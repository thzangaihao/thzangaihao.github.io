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5E5A"/>
    <a:srgbClr val="F8D673"/>
    <a:srgbClr val="2C68A2"/>
    <a:srgbClr val="E1814D"/>
    <a:srgbClr val="313F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200" d="100"/>
          <a:sy n="200" d="100"/>
        </p:scale>
        <p:origin x="72" y="-24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E37D23-EA48-252E-154C-1DDA803E83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1FDD521-97B0-E724-7938-E35A372DBF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3BC911-927B-E4EC-425F-F67350854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003D6-7EA3-4AFC-9D0F-02C09DDFBBCE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22F364-B81D-0AF4-41BB-ABD077C78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B92A1F-8C31-3580-E680-52A871B78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67F0C-3AF5-4BB7-BEDE-CE3CCC84CD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3184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A8AB6-5C2A-05D6-B33D-CA507E75F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6049CC-F4C5-F0B7-E0EF-66F15CC625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5198B6-13D7-8334-DF9C-71CD94973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003D6-7EA3-4AFC-9D0F-02C09DDFBBCE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9E5EFDA-6944-10BB-ADA4-6E74B70D1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A0CD0C1-CFF5-8C02-1458-F87F62128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67F0C-3AF5-4BB7-BEDE-CE3CCC84CD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9002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90C7D7-5CB8-80CA-0AE8-435959D6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10464D6-01E9-D95A-A7B6-22F2B6E6A5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DC49D92-26E0-A900-92D1-9A4011E70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003D6-7EA3-4AFC-9D0F-02C09DDFBBCE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4A6CC2E-3B3B-843B-A211-F6C8A51A7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132A17E-C2A9-477F-46FE-D58412F87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67F0C-3AF5-4BB7-BEDE-CE3CCC84CD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74251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915B38-FE89-1E61-BF7C-073FD058D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57224BB-F265-B670-25C1-69DCAA6695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CC6EA22-322B-58B5-22BE-1842402815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FA75577-8998-2BE9-6D0D-6484C378C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003D6-7EA3-4AFC-9D0F-02C09DDFBBCE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ABA397E-4D86-BB08-0B41-F1F36CDAD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E443EDB-5E87-7291-8599-8FB0FF181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67F0C-3AF5-4BB7-BEDE-CE3CCC84CD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10253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823E7C-16F7-33E0-55B3-90DCABB61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B77F1DD-8C78-5589-805E-336735206E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D107225-4292-A7D8-BB98-B0E763275C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8B7CD74-C962-7E2D-022D-6EC3806131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39A3EDF-812E-C6B6-3AE5-A6E1321094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DA9FD51-7A1B-2783-6DD9-BA520EF48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003D6-7EA3-4AFC-9D0F-02C09DDFBBCE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8EE8C88-C9BA-3C8D-0A0C-8B9DBE5FC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0AAE1C9-0293-A23B-A4C4-3CD220BED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67F0C-3AF5-4BB7-BEDE-CE3CCC84CD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2180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E776A0-A9C3-3F47-A805-8F946A981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29DC9EB-0749-E0A8-B11E-D421E450C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003D6-7EA3-4AFC-9D0F-02C09DDFBBCE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A1B3ABC-2F9A-9BAD-6411-EA92995F7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0FB9F08-6F70-CB0C-5F80-A9B5F367B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67F0C-3AF5-4BB7-BEDE-CE3CCC84CD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5163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810ED9D-469D-B2FD-D3E5-60E335E51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003D6-7EA3-4AFC-9D0F-02C09DDFBBCE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E73EE12-3C5E-8236-58D9-58C325E59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F32799-9344-AC41-A4F6-0ED47D679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67F0C-3AF5-4BB7-BEDE-CE3CCC84CD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7237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7D744E-2FBD-76FA-B19F-97474D536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ABBFD6C-CF03-4A6F-E32B-B0D91D51A6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1556BB2-C240-325A-BFEC-B1B16BF109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EE0D5AB-8BAC-B4D1-7A51-1B602F2D2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003D6-7EA3-4AFC-9D0F-02C09DDFBBCE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AB28125-9DA4-917C-B331-26B4CAAA7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8002015-FB11-F5CD-758D-1F5D64DBF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67F0C-3AF5-4BB7-BEDE-CE3CCC84CD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86597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0583F2-1BFF-5277-B7CC-6204BD162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135819D-45A6-CB5A-0BEF-E68563AC74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1BE3838-8867-15ED-1823-AF1036C94C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BA6657F-DB0F-FC17-6765-C008184F2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003D6-7EA3-4AFC-9D0F-02C09DDFBBCE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6B05B45-D250-4724-940F-9FA85D31D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DD8C869-9A1B-B258-807C-0E6AD05D2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67F0C-3AF5-4BB7-BEDE-CE3CCC84CD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3946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F054B4-ACCE-06AC-23F9-266419032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DB8E434-33C0-D56D-D70A-76A601587D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8B3C5EF-0193-B573-96E1-A8B858E29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003D6-7EA3-4AFC-9D0F-02C09DDFBBCE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FC8B32-3ED7-9E12-668E-420FBC429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8DB14BC-555E-3CD4-D9E0-378852C40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67F0C-3AF5-4BB7-BEDE-CE3CCC84CD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69247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E0C641E-E98F-18F2-385E-7CBDBFC52A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545BAFC-74AE-9FE8-7817-8775F6C1E8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2C20CE-017C-33D9-5EAF-3B8BA30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003D6-7EA3-4AFC-9D0F-02C09DDFBBCE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3BE0B0A-6688-4C0D-6352-33D45055E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F8D1D9-E138-F009-0F3F-F783BA13D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67F0C-3AF5-4BB7-BEDE-CE3CCC84CD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6952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48F0D3F-40F8-FD46-69BA-E67C90CEB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7F60310-DF7A-41C2-9810-6EF063CE99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D185AFF-0A5F-5CC9-CCCF-1C2763E4B9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B003D6-7EA3-4AFC-9D0F-02C09DDFBBCE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3BF067-ACA0-11C4-7E7A-8E2B93CA54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2C07284-72D8-DAD8-22DA-A95BD344C2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D67F0C-3AF5-4BB7-BEDE-CE3CCC84CD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3210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341346CB-B17F-BA7B-90A7-BB4082FB62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1085" y="1136389"/>
            <a:ext cx="1937708" cy="489870"/>
          </a:xfrm>
          <a:prstGeom prst="rect">
            <a:avLst/>
          </a:prstGeom>
        </p:spPr>
      </p:pic>
      <p:grpSp>
        <p:nvGrpSpPr>
          <p:cNvPr id="35" name="组合 34">
            <a:extLst>
              <a:ext uri="{FF2B5EF4-FFF2-40B4-BE49-F238E27FC236}">
                <a16:creationId xmlns:a16="http://schemas.microsoft.com/office/drawing/2014/main" id="{15AAC04A-120D-8D54-A3E0-869515C90B59}"/>
              </a:ext>
            </a:extLst>
          </p:cNvPr>
          <p:cNvGrpSpPr/>
          <p:nvPr/>
        </p:nvGrpSpPr>
        <p:grpSpPr>
          <a:xfrm>
            <a:off x="2741069" y="1180429"/>
            <a:ext cx="5979163" cy="3509805"/>
            <a:chOff x="2741069" y="1180429"/>
            <a:chExt cx="5979163" cy="3509805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58BAA460-E486-5EC3-212B-C06972E5EDEA}"/>
                </a:ext>
              </a:extLst>
            </p:cNvPr>
            <p:cNvSpPr/>
            <p:nvPr/>
          </p:nvSpPr>
          <p:spPr>
            <a:xfrm>
              <a:off x="5120232" y="2268811"/>
              <a:ext cx="3600000" cy="72000"/>
            </a:xfrm>
            <a:prstGeom prst="rect">
              <a:avLst/>
            </a:prstGeom>
            <a:solidFill>
              <a:srgbClr val="313F5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箭头: 五边形 16">
              <a:extLst>
                <a:ext uri="{FF2B5EF4-FFF2-40B4-BE49-F238E27FC236}">
                  <a16:creationId xmlns:a16="http://schemas.microsoft.com/office/drawing/2014/main" id="{F9FB029B-B95B-12D3-1CE7-6551D10EAAFA}"/>
                </a:ext>
              </a:extLst>
            </p:cNvPr>
            <p:cNvSpPr/>
            <p:nvPr/>
          </p:nvSpPr>
          <p:spPr>
            <a:xfrm rot="16200000">
              <a:off x="7491057" y="1800984"/>
              <a:ext cx="506814" cy="360000"/>
            </a:xfrm>
            <a:prstGeom prst="homePlate">
              <a:avLst/>
            </a:prstGeom>
            <a:solidFill>
              <a:srgbClr val="F8D67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任意多边形: 形状 21">
              <a:extLst>
                <a:ext uri="{FF2B5EF4-FFF2-40B4-BE49-F238E27FC236}">
                  <a16:creationId xmlns:a16="http://schemas.microsoft.com/office/drawing/2014/main" id="{FA5C7238-8770-3AA2-212F-866C9BD8A432}"/>
                </a:ext>
              </a:extLst>
            </p:cNvPr>
            <p:cNvSpPr/>
            <p:nvPr/>
          </p:nvSpPr>
          <p:spPr>
            <a:xfrm>
              <a:off x="7564464" y="1181730"/>
              <a:ext cx="360000" cy="720000"/>
            </a:xfrm>
            <a:custGeom>
              <a:avLst/>
              <a:gdLst>
                <a:gd name="csX0" fmla="*/ 0 w 360000"/>
                <a:gd name="csY0" fmla="*/ 0 h 720000"/>
                <a:gd name="csX1" fmla="*/ 360000 w 360000"/>
                <a:gd name="csY1" fmla="*/ 0 h 720000"/>
                <a:gd name="csX2" fmla="*/ 360000 w 360000"/>
                <a:gd name="csY2" fmla="*/ 720000 h 720000"/>
                <a:gd name="csX3" fmla="*/ 180000 w 360000"/>
                <a:gd name="csY3" fmla="*/ 540000 h 720000"/>
                <a:gd name="csX4" fmla="*/ 0 w 360000"/>
                <a:gd name="csY4" fmla="*/ 720000 h 720000"/>
                <a:gd name="csX5" fmla="*/ 0 w 360000"/>
                <a:gd name="csY5" fmla="*/ 0 h 720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360000" h="720000">
                  <a:moveTo>
                    <a:pt x="0" y="0"/>
                  </a:moveTo>
                  <a:lnTo>
                    <a:pt x="360000" y="0"/>
                  </a:lnTo>
                  <a:lnTo>
                    <a:pt x="360000" y="720000"/>
                  </a:lnTo>
                  <a:cubicBezTo>
                    <a:pt x="360000" y="620589"/>
                    <a:pt x="279411" y="540000"/>
                    <a:pt x="180000" y="540000"/>
                  </a:cubicBezTo>
                  <a:cubicBezTo>
                    <a:pt x="80589" y="540000"/>
                    <a:pt x="0" y="620589"/>
                    <a:pt x="0" y="72000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1814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9F50943D-2B9B-1B22-35DF-EBA8E29BF7AB}"/>
                </a:ext>
              </a:extLst>
            </p:cNvPr>
            <p:cNvGrpSpPr/>
            <p:nvPr/>
          </p:nvGrpSpPr>
          <p:grpSpPr>
            <a:xfrm>
              <a:off x="6734069" y="1180429"/>
              <a:ext cx="360002" cy="1076821"/>
              <a:chOff x="6734069" y="1180429"/>
              <a:chExt cx="360002" cy="1076821"/>
            </a:xfrm>
          </p:grpSpPr>
          <p:sp>
            <p:nvSpPr>
              <p:cNvPr id="13" name="箭头: 五边形 12">
                <a:extLst>
                  <a:ext uri="{FF2B5EF4-FFF2-40B4-BE49-F238E27FC236}">
                    <a16:creationId xmlns:a16="http://schemas.microsoft.com/office/drawing/2014/main" id="{4878DBAB-BA58-5469-C622-4CEDC6E8E828}"/>
                  </a:ext>
                </a:extLst>
              </p:cNvPr>
              <p:cNvSpPr/>
              <p:nvPr/>
            </p:nvSpPr>
            <p:spPr>
              <a:xfrm rot="16200000">
                <a:off x="6660664" y="1823843"/>
                <a:ext cx="506814" cy="360000"/>
              </a:xfrm>
              <a:prstGeom prst="homePlate">
                <a:avLst/>
              </a:prstGeom>
              <a:solidFill>
                <a:srgbClr val="F8D67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9F9800C3-9A58-AAB0-45A8-E59E71049738}"/>
                  </a:ext>
                </a:extLst>
              </p:cNvPr>
              <p:cNvSpPr/>
              <p:nvPr/>
            </p:nvSpPr>
            <p:spPr>
              <a:xfrm>
                <a:off x="6734071" y="1180429"/>
                <a:ext cx="360000" cy="466553"/>
              </a:xfrm>
              <a:prstGeom prst="rect">
                <a:avLst/>
              </a:prstGeom>
              <a:solidFill>
                <a:srgbClr val="E1814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任意多边形: 形状 15">
                <a:extLst>
                  <a:ext uri="{FF2B5EF4-FFF2-40B4-BE49-F238E27FC236}">
                    <a16:creationId xmlns:a16="http://schemas.microsoft.com/office/drawing/2014/main" id="{26EA617A-BA01-3B61-3A20-C7C3065B806A}"/>
                  </a:ext>
                </a:extLst>
              </p:cNvPr>
              <p:cNvSpPr/>
              <p:nvPr/>
            </p:nvSpPr>
            <p:spPr>
              <a:xfrm rot="16200000">
                <a:off x="6644070" y="1630494"/>
                <a:ext cx="540000" cy="360001"/>
              </a:xfrm>
              <a:custGeom>
                <a:avLst/>
                <a:gdLst>
                  <a:gd name="csX0" fmla="*/ 180001 w 540000"/>
                  <a:gd name="csY0" fmla="*/ 360000 h 360001"/>
                  <a:gd name="csX1" fmla="*/ 180000 w 540000"/>
                  <a:gd name="csY1" fmla="*/ 360001 h 360001"/>
                  <a:gd name="csX2" fmla="*/ 0 w 540000"/>
                  <a:gd name="csY2" fmla="*/ 360001 h 360001"/>
                  <a:gd name="csX3" fmla="*/ 0 w 540000"/>
                  <a:gd name="csY3" fmla="*/ 360000 h 360001"/>
                  <a:gd name="csX4" fmla="*/ 540000 w 540000"/>
                  <a:gd name="csY4" fmla="*/ 0 h 360001"/>
                  <a:gd name="csX5" fmla="*/ 540000 w 540000"/>
                  <a:gd name="csY5" fmla="*/ 360000 h 360001"/>
                  <a:gd name="csX6" fmla="*/ 180001 w 540000"/>
                  <a:gd name="csY6" fmla="*/ 360000 h 360001"/>
                  <a:gd name="csX7" fmla="*/ 360000 w 540000"/>
                  <a:gd name="csY7" fmla="*/ 180001 h 360001"/>
                  <a:gd name="csX8" fmla="*/ 180000 w 540000"/>
                  <a:gd name="csY8" fmla="*/ 1 h 360001"/>
                  <a:gd name="csX9" fmla="*/ 0 w 540000"/>
                  <a:gd name="csY9" fmla="*/ 1 h 360001"/>
                  <a:gd name="csX10" fmla="*/ 0 w 540000"/>
                  <a:gd name="csY10" fmla="*/ 0 h 36000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540000" h="360001">
                    <a:moveTo>
                      <a:pt x="180001" y="360000"/>
                    </a:moveTo>
                    <a:lnTo>
                      <a:pt x="180000" y="360001"/>
                    </a:lnTo>
                    <a:lnTo>
                      <a:pt x="0" y="360001"/>
                    </a:lnTo>
                    <a:lnTo>
                      <a:pt x="0" y="360000"/>
                    </a:lnTo>
                    <a:close/>
                    <a:moveTo>
                      <a:pt x="540000" y="0"/>
                    </a:moveTo>
                    <a:lnTo>
                      <a:pt x="540000" y="360000"/>
                    </a:lnTo>
                    <a:lnTo>
                      <a:pt x="180001" y="360000"/>
                    </a:lnTo>
                    <a:lnTo>
                      <a:pt x="360000" y="180001"/>
                    </a:lnTo>
                    <a:lnTo>
                      <a:pt x="180000" y="1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1814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F9B58600-DE78-47D8-50BB-9A701D65C1E3}"/>
                </a:ext>
              </a:extLst>
            </p:cNvPr>
            <p:cNvSpPr/>
            <p:nvPr/>
          </p:nvSpPr>
          <p:spPr>
            <a:xfrm rot="10800000">
              <a:off x="5916000" y="1181730"/>
              <a:ext cx="360000" cy="1075520"/>
            </a:xfrm>
            <a:prstGeom prst="rect">
              <a:avLst/>
            </a:prstGeom>
            <a:gradFill>
              <a:gsLst>
                <a:gs pos="0">
                  <a:srgbClr val="F8D673"/>
                </a:gs>
                <a:gs pos="100000">
                  <a:srgbClr val="E1814D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禁止符 39">
              <a:extLst>
                <a:ext uri="{FF2B5EF4-FFF2-40B4-BE49-F238E27FC236}">
                  <a16:creationId xmlns:a16="http://schemas.microsoft.com/office/drawing/2014/main" id="{CB30822B-B302-46AE-BF17-E75D52665EF0}"/>
                </a:ext>
              </a:extLst>
            </p:cNvPr>
            <p:cNvSpPr/>
            <p:nvPr/>
          </p:nvSpPr>
          <p:spPr>
            <a:xfrm>
              <a:off x="7564464" y="2444265"/>
              <a:ext cx="360000" cy="360000"/>
            </a:xfrm>
            <a:prstGeom prst="noSmoking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圆: 空心 41">
              <a:extLst>
                <a:ext uri="{FF2B5EF4-FFF2-40B4-BE49-F238E27FC236}">
                  <a16:creationId xmlns:a16="http://schemas.microsoft.com/office/drawing/2014/main" id="{418167A7-8058-27E2-2909-5F640623799A}"/>
                </a:ext>
              </a:extLst>
            </p:cNvPr>
            <p:cNvSpPr/>
            <p:nvPr/>
          </p:nvSpPr>
          <p:spPr>
            <a:xfrm>
              <a:off x="6734071" y="2443030"/>
              <a:ext cx="360000" cy="360000"/>
            </a:xfrm>
            <a:prstGeom prst="donu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圆: 空心 43">
              <a:extLst>
                <a:ext uri="{FF2B5EF4-FFF2-40B4-BE49-F238E27FC236}">
                  <a16:creationId xmlns:a16="http://schemas.microsoft.com/office/drawing/2014/main" id="{91DE3FD6-008D-1CB9-487E-1716711AE0EC}"/>
                </a:ext>
              </a:extLst>
            </p:cNvPr>
            <p:cNvSpPr/>
            <p:nvPr/>
          </p:nvSpPr>
          <p:spPr>
            <a:xfrm>
              <a:off x="5916001" y="2443030"/>
              <a:ext cx="360000" cy="360000"/>
            </a:xfrm>
            <a:prstGeom prst="donu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1" name="矩形 70">
              <a:extLst>
                <a:ext uri="{FF2B5EF4-FFF2-40B4-BE49-F238E27FC236}">
                  <a16:creationId xmlns:a16="http://schemas.microsoft.com/office/drawing/2014/main" id="{08D37FF4-2DF3-30A7-AFE0-3F7B3E5A86F0}"/>
                </a:ext>
              </a:extLst>
            </p:cNvPr>
            <p:cNvSpPr/>
            <p:nvPr/>
          </p:nvSpPr>
          <p:spPr>
            <a:xfrm>
              <a:off x="5120232" y="4154780"/>
              <a:ext cx="3600000" cy="72000"/>
            </a:xfrm>
            <a:prstGeom prst="rect">
              <a:avLst/>
            </a:prstGeom>
            <a:solidFill>
              <a:srgbClr val="313F5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任意多边形: 形状 73">
              <a:extLst>
                <a:ext uri="{FF2B5EF4-FFF2-40B4-BE49-F238E27FC236}">
                  <a16:creationId xmlns:a16="http://schemas.microsoft.com/office/drawing/2014/main" id="{BEF7AA02-4B4E-2406-949F-F05B310E3D99}"/>
                </a:ext>
              </a:extLst>
            </p:cNvPr>
            <p:cNvSpPr/>
            <p:nvPr/>
          </p:nvSpPr>
          <p:spPr>
            <a:xfrm>
              <a:off x="7564464" y="3067699"/>
              <a:ext cx="360000" cy="720000"/>
            </a:xfrm>
            <a:custGeom>
              <a:avLst/>
              <a:gdLst>
                <a:gd name="csX0" fmla="*/ 0 w 360000"/>
                <a:gd name="csY0" fmla="*/ 0 h 720000"/>
                <a:gd name="csX1" fmla="*/ 360000 w 360000"/>
                <a:gd name="csY1" fmla="*/ 0 h 720000"/>
                <a:gd name="csX2" fmla="*/ 360000 w 360000"/>
                <a:gd name="csY2" fmla="*/ 720000 h 720000"/>
                <a:gd name="csX3" fmla="*/ 180000 w 360000"/>
                <a:gd name="csY3" fmla="*/ 540000 h 720000"/>
                <a:gd name="csX4" fmla="*/ 0 w 360000"/>
                <a:gd name="csY4" fmla="*/ 720000 h 720000"/>
                <a:gd name="csX5" fmla="*/ 0 w 360000"/>
                <a:gd name="csY5" fmla="*/ 0 h 720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360000" h="720000">
                  <a:moveTo>
                    <a:pt x="0" y="0"/>
                  </a:moveTo>
                  <a:lnTo>
                    <a:pt x="360000" y="0"/>
                  </a:lnTo>
                  <a:lnTo>
                    <a:pt x="360000" y="720000"/>
                  </a:lnTo>
                  <a:cubicBezTo>
                    <a:pt x="360000" y="620589"/>
                    <a:pt x="279411" y="540000"/>
                    <a:pt x="180000" y="540000"/>
                  </a:cubicBezTo>
                  <a:cubicBezTo>
                    <a:pt x="80589" y="540000"/>
                    <a:pt x="0" y="620589"/>
                    <a:pt x="0" y="72000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2C68A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77" name="矩形 76">
              <a:extLst>
                <a:ext uri="{FF2B5EF4-FFF2-40B4-BE49-F238E27FC236}">
                  <a16:creationId xmlns:a16="http://schemas.microsoft.com/office/drawing/2014/main" id="{EA1CA00D-D0AC-85D9-ADEE-5384F1ED2E59}"/>
                </a:ext>
              </a:extLst>
            </p:cNvPr>
            <p:cNvSpPr/>
            <p:nvPr/>
          </p:nvSpPr>
          <p:spPr>
            <a:xfrm rot="10800000">
              <a:off x="5916000" y="3067699"/>
              <a:ext cx="360000" cy="1075520"/>
            </a:xfrm>
            <a:prstGeom prst="rect">
              <a:avLst/>
            </a:prstGeom>
            <a:gradFill>
              <a:gsLst>
                <a:gs pos="0">
                  <a:srgbClr val="F8D673"/>
                </a:gs>
                <a:gs pos="100000">
                  <a:srgbClr val="E1814D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禁止符 77">
              <a:extLst>
                <a:ext uri="{FF2B5EF4-FFF2-40B4-BE49-F238E27FC236}">
                  <a16:creationId xmlns:a16="http://schemas.microsoft.com/office/drawing/2014/main" id="{17E12464-6944-9514-8316-E533551DB5EF}"/>
                </a:ext>
              </a:extLst>
            </p:cNvPr>
            <p:cNvSpPr/>
            <p:nvPr/>
          </p:nvSpPr>
          <p:spPr>
            <a:xfrm>
              <a:off x="7564464" y="4330234"/>
              <a:ext cx="360000" cy="360000"/>
            </a:xfrm>
            <a:prstGeom prst="noSmoking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9" name="圆: 空心 78">
              <a:extLst>
                <a:ext uri="{FF2B5EF4-FFF2-40B4-BE49-F238E27FC236}">
                  <a16:creationId xmlns:a16="http://schemas.microsoft.com/office/drawing/2014/main" id="{C481FCDD-3CFC-1956-6DE6-A87905B8B2D5}"/>
                </a:ext>
              </a:extLst>
            </p:cNvPr>
            <p:cNvSpPr/>
            <p:nvPr/>
          </p:nvSpPr>
          <p:spPr>
            <a:xfrm>
              <a:off x="6734071" y="4328999"/>
              <a:ext cx="360000" cy="360000"/>
            </a:xfrm>
            <a:prstGeom prst="donu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0" name="圆: 空心 79">
              <a:extLst>
                <a:ext uri="{FF2B5EF4-FFF2-40B4-BE49-F238E27FC236}">
                  <a16:creationId xmlns:a16="http://schemas.microsoft.com/office/drawing/2014/main" id="{A90FE3DD-5B27-3A31-2949-C2BAC817C3F0}"/>
                </a:ext>
              </a:extLst>
            </p:cNvPr>
            <p:cNvSpPr/>
            <p:nvPr/>
          </p:nvSpPr>
          <p:spPr>
            <a:xfrm>
              <a:off x="5916001" y="4328999"/>
              <a:ext cx="360000" cy="360000"/>
            </a:xfrm>
            <a:prstGeom prst="donu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1" name="矩形 80">
              <a:extLst>
                <a:ext uri="{FF2B5EF4-FFF2-40B4-BE49-F238E27FC236}">
                  <a16:creationId xmlns:a16="http://schemas.microsoft.com/office/drawing/2014/main" id="{DCD1B744-C86A-1F9C-A841-94FE57232B8C}"/>
                </a:ext>
              </a:extLst>
            </p:cNvPr>
            <p:cNvSpPr/>
            <p:nvPr/>
          </p:nvSpPr>
          <p:spPr>
            <a:xfrm>
              <a:off x="7564464" y="3066398"/>
              <a:ext cx="360000" cy="466553"/>
            </a:xfrm>
            <a:prstGeom prst="rect">
              <a:avLst/>
            </a:prstGeom>
            <a:solidFill>
              <a:srgbClr val="E1814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BF0F2B78-F205-865A-834A-7A7303BB3F0C}"/>
                </a:ext>
              </a:extLst>
            </p:cNvPr>
            <p:cNvGrpSpPr/>
            <p:nvPr/>
          </p:nvGrpSpPr>
          <p:grpSpPr>
            <a:xfrm>
              <a:off x="6734069" y="3066398"/>
              <a:ext cx="360003" cy="1076821"/>
              <a:chOff x="6734069" y="3066398"/>
              <a:chExt cx="360003" cy="1076821"/>
            </a:xfrm>
          </p:grpSpPr>
          <p:sp>
            <p:nvSpPr>
              <p:cNvPr id="72" name="箭头: 五边形 71">
                <a:extLst>
                  <a:ext uri="{FF2B5EF4-FFF2-40B4-BE49-F238E27FC236}">
                    <a16:creationId xmlns:a16="http://schemas.microsoft.com/office/drawing/2014/main" id="{B19D6FAD-113B-396C-DC5F-F831C7689639}"/>
                  </a:ext>
                </a:extLst>
              </p:cNvPr>
              <p:cNvSpPr/>
              <p:nvPr/>
            </p:nvSpPr>
            <p:spPr>
              <a:xfrm rot="16200000">
                <a:off x="6660664" y="3709812"/>
                <a:ext cx="506814" cy="360000"/>
              </a:xfrm>
              <a:prstGeom prst="homePlate">
                <a:avLst/>
              </a:prstGeom>
              <a:solidFill>
                <a:srgbClr val="D95E5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6" name="任意多边形: 形状 75">
                <a:extLst>
                  <a:ext uri="{FF2B5EF4-FFF2-40B4-BE49-F238E27FC236}">
                    <a16:creationId xmlns:a16="http://schemas.microsoft.com/office/drawing/2014/main" id="{CC113271-EB79-8156-73ED-A2472E97598A}"/>
                  </a:ext>
                </a:extLst>
              </p:cNvPr>
              <p:cNvSpPr/>
              <p:nvPr/>
            </p:nvSpPr>
            <p:spPr>
              <a:xfrm rot="16200000">
                <a:off x="6644070" y="3516463"/>
                <a:ext cx="540000" cy="360001"/>
              </a:xfrm>
              <a:custGeom>
                <a:avLst/>
                <a:gdLst>
                  <a:gd name="csX0" fmla="*/ 180001 w 540000"/>
                  <a:gd name="csY0" fmla="*/ 360000 h 360001"/>
                  <a:gd name="csX1" fmla="*/ 180000 w 540000"/>
                  <a:gd name="csY1" fmla="*/ 360001 h 360001"/>
                  <a:gd name="csX2" fmla="*/ 0 w 540000"/>
                  <a:gd name="csY2" fmla="*/ 360001 h 360001"/>
                  <a:gd name="csX3" fmla="*/ 0 w 540000"/>
                  <a:gd name="csY3" fmla="*/ 360000 h 360001"/>
                  <a:gd name="csX4" fmla="*/ 540000 w 540000"/>
                  <a:gd name="csY4" fmla="*/ 0 h 360001"/>
                  <a:gd name="csX5" fmla="*/ 540000 w 540000"/>
                  <a:gd name="csY5" fmla="*/ 360000 h 360001"/>
                  <a:gd name="csX6" fmla="*/ 180001 w 540000"/>
                  <a:gd name="csY6" fmla="*/ 360000 h 360001"/>
                  <a:gd name="csX7" fmla="*/ 360000 w 540000"/>
                  <a:gd name="csY7" fmla="*/ 180001 h 360001"/>
                  <a:gd name="csX8" fmla="*/ 180000 w 540000"/>
                  <a:gd name="csY8" fmla="*/ 1 h 360001"/>
                  <a:gd name="csX9" fmla="*/ 0 w 540000"/>
                  <a:gd name="csY9" fmla="*/ 1 h 360001"/>
                  <a:gd name="csX10" fmla="*/ 0 w 540000"/>
                  <a:gd name="csY10" fmla="*/ 0 h 36000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540000" h="360001">
                    <a:moveTo>
                      <a:pt x="180001" y="360000"/>
                    </a:moveTo>
                    <a:lnTo>
                      <a:pt x="180000" y="360001"/>
                    </a:lnTo>
                    <a:lnTo>
                      <a:pt x="0" y="360001"/>
                    </a:lnTo>
                    <a:lnTo>
                      <a:pt x="0" y="360000"/>
                    </a:lnTo>
                    <a:close/>
                    <a:moveTo>
                      <a:pt x="540000" y="0"/>
                    </a:moveTo>
                    <a:lnTo>
                      <a:pt x="540000" y="360000"/>
                    </a:lnTo>
                    <a:lnTo>
                      <a:pt x="180001" y="360000"/>
                    </a:lnTo>
                    <a:lnTo>
                      <a:pt x="360000" y="180001"/>
                    </a:lnTo>
                    <a:lnTo>
                      <a:pt x="180000" y="1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C68A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75" name="矩形 74">
                <a:extLst>
                  <a:ext uri="{FF2B5EF4-FFF2-40B4-BE49-F238E27FC236}">
                    <a16:creationId xmlns:a16="http://schemas.microsoft.com/office/drawing/2014/main" id="{DE723E7C-5C2E-2580-3735-580D0A06CA7A}"/>
                  </a:ext>
                </a:extLst>
              </p:cNvPr>
              <p:cNvSpPr/>
              <p:nvPr/>
            </p:nvSpPr>
            <p:spPr>
              <a:xfrm>
                <a:off x="6734071" y="3066398"/>
                <a:ext cx="360000" cy="466553"/>
              </a:xfrm>
              <a:prstGeom prst="rect">
                <a:avLst/>
              </a:prstGeom>
              <a:solidFill>
                <a:srgbClr val="E1814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3" name="矩形 82">
                <a:extLst>
                  <a:ext uri="{FF2B5EF4-FFF2-40B4-BE49-F238E27FC236}">
                    <a16:creationId xmlns:a16="http://schemas.microsoft.com/office/drawing/2014/main" id="{6B83BCB1-7B98-20DC-5077-5842E7C124F5}"/>
                  </a:ext>
                </a:extLst>
              </p:cNvPr>
              <p:cNvSpPr/>
              <p:nvPr/>
            </p:nvSpPr>
            <p:spPr>
              <a:xfrm rot="10800000">
                <a:off x="6734072" y="3927219"/>
                <a:ext cx="360000" cy="216000"/>
              </a:xfrm>
              <a:prstGeom prst="rect">
                <a:avLst/>
              </a:prstGeom>
              <a:solidFill>
                <a:srgbClr val="F8D67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84" name="箭头: 五边形 83">
              <a:extLst>
                <a:ext uri="{FF2B5EF4-FFF2-40B4-BE49-F238E27FC236}">
                  <a16:creationId xmlns:a16="http://schemas.microsoft.com/office/drawing/2014/main" id="{4378AF38-107D-CB1F-17B3-FEC1F0F16872}"/>
                </a:ext>
              </a:extLst>
            </p:cNvPr>
            <p:cNvSpPr/>
            <p:nvPr/>
          </p:nvSpPr>
          <p:spPr>
            <a:xfrm rot="16200000">
              <a:off x="7491056" y="3709812"/>
              <a:ext cx="506814" cy="360000"/>
            </a:xfrm>
            <a:prstGeom prst="homePlate">
              <a:avLst/>
            </a:prstGeom>
            <a:solidFill>
              <a:srgbClr val="D95E5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5" name="矩形 84">
              <a:extLst>
                <a:ext uri="{FF2B5EF4-FFF2-40B4-BE49-F238E27FC236}">
                  <a16:creationId xmlns:a16="http://schemas.microsoft.com/office/drawing/2014/main" id="{71A8A6CA-7867-DCAB-B74D-4F2A6BBD70B6}"/>
                </a:ext>
              </a:extLst>
            </p:cNvPr>
            <p:cNvSpPr/>
            <p:nvPr/>
          </p:nvSpPr>
          <p:spPr>
            <a:xfrm rot="10800000">
              <a:off x="7564464" y="3927219"/>
              <a:ext cx="360000" cy="216000"/>
            </a:xfrm>
            <a:prstGeom prst="rect">
              <a:avLst/>
            </a:prstGeom>
            <a:solidFill>
              <a:srgbClr val="F8D67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557EC814-429C-257B-78C4-EB8C87F864CB}"/>
                </a:ext>
              </a:extLst>
            </p:cNvPr>
            <p:cNvGrpSpPr/>
            <p:nvPr/>
          </p:nvGrpSpPr>
          <p:grpSpPr>
            <a:xfrm>
              <a:off x="2741069" y="1369186"/>
              <a:ext cx="1556379" cy="1730409"/>
              <a:chOff x="2367477" y="1180429"/>
              <a:chExt cx="1556379" cy="1730409"/>
            </a:xfrm>
          </p:grpSpPr>
          <p:grpSp>
            <p:nvGrpSpPr>
              <p:cNvPr id="20" name="组合 19">
                <a:extLst>
                  <a:ext uri="{FF2B5EF4-FFF2-40B4-BE49-F238E27FC236}">
                    <a16:creationId xmlns:a16="http://schemas.microsoft.com/office/drawing/2014/main" id="{10C5C01F-3C02-68A2-E694-B2ECCA0A583A}"/>
                  </a:ext>
                </a:extLst>
              </p:cNvPr>
              <p:cNvGrpSpPr/>
              <p:nvPr/>
            </p:nvGrpSpPr>
            <p:grpSpPr>
              <a:xfrm>
                <a:off x="2367477" y="1180429"/>
                <a:ext cx="360002" cy="1730409"/>
                <a:chOff x="2367477" y="2304811"/>
                <a:chExt cx="360002" cy="1730409"/>
              </a:xfrm>
            </p:grpSpPr>
            <p:sp>
              <p:nvSpPr>
                <p:cNvPr id="5" name="箭头: 五边形 4">
                  <a:extLst>
                    <a:ext uri="{FF2B5EF4-FFF2-40B4-BE49-F238E27FC236}">
                      <a16:creationId xmlns:a16="http://schemas.microsoft.com/office/drawing/2014/main" id="{D44A7108-A488-89F6-B738-84BF9E2E0FD5}"/>
                    </a:ext>
                  </a:extLst>
                </p:cNvPr>
                <p:cNvSpPr/>
                <p:nvPr/>
              </p:nvSpPr>
              <p:spPr>
                <a:xfrm rot="16200000">
                  <a:off x="2294072" y="3601813"/>
                  <a:ext cx="506814" cy="360000"/>
                </a:xfrm>
                <a:prstGeom prst="homePlate">
                  <a:avLst/>
                </a:prstGeom>
                <a:solidFill>
                  <a:srgbClr val="F8D67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" name="矩形 5">
                  <a:extLst>
                    <a:ext uri="{FF2B5EF4-FFF2-40B4-BE49-F238E27FC236}">
                      <a16:creationId xmlns:a16="http://schemas.microsoft.com/office/drawing/2014/main" id="{784D86AA-FD15-81AE-EC77-4861E89797A4}"/>
                    </a:ext>
                  </a:extLst>
                </p:cNvPr>
                <p:cNvSpPr/>
                <p:nvPr/>
              </p:nvSpPr>
              <p:spPr>
                <a:xfrm>
                  <a:off x="2367479" y="2304811"/>
                  <a:ext cx="360000" cy="466553"/>
                </a:xfrm>
                <a:prstGeom prst="rect">
                  <a:avLst/>
                </a:prstGeom>
                <a:solidFill>
                  <a:srgbClr val="E1814D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" name="任意多边形: 形状 6">
                  <a:extLst>
                    <a:ext uri="{FF2B5EF4-FFF2-40B4-BE49-F238E27FC236}">
                      <a16:creationId xmlns:a16="http://schemas.microsoft.com/office/drawing/2014/main" id="{D403AD54-E945-BDAF-FE9F-6536DDBE07C8}"/>
                    </a:ext>
                  </a:extLst>
                </p:cNvPr>
                <p:cNvSpPr/>
                <p:nvPr/>
              </p:nvSpPr>
              <p:spPr>
                <a:xfrm rot="16200000">
                  <a:off x="2277478" y="2754876"/>
                  <a:ext cx="540000" cy="360001"/>
                </a:xfrm>
                <a:custGeom>
                  <a:avLst/>
                  <a:gdLst>
                    <a:gd name="csX0" fmla="*/ 180001 w 540000"/>
                    <a:gd name="csY0" fmla="*/ 360000 h 360001"/>
                    <a:gd name="csX1" fmla="*/ 180000 w 540000"/>
                    <a:gd name="csY1" fmla="*/ 360001 h 360001"/>
                    <a:gd name="csX2" fmla="*/ 0 w 540000"/>
                    <a:gd name="csY2" fmla="*/ 360001 h 360001"/>
                    <a:gd name="csX3" fmla="*/ 0 w 540000"/>
                    <a:gd name="csY3" fmla="*/ 360000 h 360001"/>
                    <a:gd name="csX4" fmla="*/ 540000 w 540000"/>
                    <a:gd name="csY4" fmla="*/ 0 h 360001"/>
                    <a:gd name="csX5" fmla="*/ 540000 w 540000"/>
                    <a:gd name="csY5" fmla="*/ 360000 h 360001"/>
                    <a:gd name="csX6" fmla="*/ 180001 w 540000"/>
                    <a:gd name="csY6" fmla="*/ 360000 h 360001"/>
                    <a:gd name="csX7" fmla="*/ 360000 w 540000"/>
                    <a:gd name="csY7" fmla="*/ 180001 h 360001"/>
                    <a:gd name="csX8" fmla="*/ 180000 w 540000"/>
                    <a:gd name="csY8" fmla="*/ 1 h 360001"/>
                    <a:gd name="csX9" fmla="*/ 0 w 540000"/>
                    <a:gd name="csY9" fmla="*/ 1 h 360001"/>
                    <a:gd name="csX10" fmla="*/ 0 w 540000"/>
                    <a:gd name="csY10" fmla="*/ 0 h 36000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540000" h="360001">
                      <a:moveTo>
                        <a:pt x="180001" y="360000"/>
                      </a:moveTo>
                      <a:lnTo>
                        <a:pt x="180000" y="360001"/>
                      </a:lnTo>
                      <a:lnTo>
                        <a:pt x="0" y="360001"/>
                      </a:lnTo>
                      <a:lnTo>
                        <a:pt x="0" y="360000"/>
                      </a:lnTo>
                      <a:close/>
                      <a:moveTo>
                        <a:pt x="540000" y="0"/>
                      </a:moveTo>
                      <a:lnTo>
                        <a:pt x="540000" y="360000"/>
                      </a:lnTo>
                      <a:lnTo>
                        <a:pt x="180001" y="360000"/>
                      </a:lnTo>
                      <a:lnTo>
                        <a:pt x="360000" y="180001"/>
                      </a:lnTo>
                      <a:lnTo>
                        <a:pt x="180000" y="1"/>
                      </a:lnTo>
                      <a:lnTo>
                        <a:pt x="0" y="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E1814D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19" name="组合 18">
                <a:extLst>
                  <a:ext uri="{FF2B5EF4-FFF2-40B4-BE49-F238E27FC236}">
                    <a16:creationId xmlns:a16="http://schemas.microsoft.com/office/drawing/2014/main" id="{1D30E411-03D7-B48D-D3EB-4DC58151071F}"/>
                  </a:ext>
                </a:extLst>
              </p:cNvPr>
              <p:cNvGrpSpPr/>
              <p:nvPr/>
            </p:nvGrpSpPr>
            <p:grpSpPr>
              <a:xfrm>
                <a:off x="3563853" y="1180429"/>
                <a:ext cx="360003" cy="1730408"/>
                <a:chOff x="3563853" y="2304811"/>
                <a:chExt cx="360003" cy="1730408"/>
              </a:xfrm>
            </p:grpSpPr>
            <p:sp>
              <p:nvSpPr>
                <p:cNvPr id="11" name="箭头: 五边形 10">
                  <a:extLst>
                    <a:ext uri="{FF2B5EF4-FFF2-40B4-BE49-F238E27FC236}">
                      <a16:creationId xmlns:a16="http://schemas.microsoft.com/office/drawing/2014/main" id="{A8373560-C681-5245-CC54-BED1626D74A2}"/>
                    </a:ext>
                  </a:extLst>
                </p:cNvPr>
                <p:cNvSpPr/>
                <p:nvPr/>
              </p:nvSpPr>
              <p:spPr>
                <a:xfrm rot="16200000">
                  <a:off x="3490448" y="3601812"/>
                  <a:ext cx="506814" cy="360000"/>
                </a:xfrm>
                <a:prstGeom prst="homePlate">
                  <a:avLst/>
                </a:prstGeom>
                <a:solidFill>
                  <a:srgbClr val="D95E5A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2" name="任意多边形: 形状 11">
                  <a:extLst>
                    <a:ext uri="{FF2B5EF4-FFF2-40B4-BE49-F238E27FC236}">
                      <a16:creationId xmlns:a16="http://schemas.microsoft.com/office/drawing/2014/main" id="{4DAF63D1-EEDC-04AA-1A43-D58A03DD3C4C}"/>
                    </a:ext>
                  </a:extLst>
                </p:cNvPr>
                <p:cNvSpPr/>
                <p:nvPr/>
              </p:nvSpPr>
              <p:spPr>
                <a:xfrm rot="16200000">
                  <a:off x="3473854" y="2754876"/>
                  <a:ext cx="540000" cy="360001"/>
                </a:xfrm>
                <a:custGeom>
                  <a:avLst/>
                  <a:gdLst>
                    <a:gd name="csX0" fmla="*/ 180001 w 540000"/>
                    <a:gd name="csY0" fmla="*/ 360000 h 360001"/>
                    <a:gd name="csX1" fmla="*/ 180000 w 540000"/>
                    <a:gd name="csY1" fmla="*/ 360001 h 360001"/>
                    <a:gd name="csX2" fmla="*/ 0 w 540000"/>
                    <a:gd name="csY2" fmla="*/ 360001 h 360001"/>
                    <a:gd name="csX3" fmla="*/ 0 w 540000"/>
                    <a:gd name="csY3" fmla="*/ 360000 h 360001"/>
                    <a:gd name="csX4" fmla="*/ 540000 w 540000"/>
                    <a:gd name="csY4" fmla="*/ 0 h 360001"/>
                    <a:gd name="csX5" fmla="*/ 540000 w 540000"/>
                    <a:gd name="csY5" fmla="*/ 360000 h 360001"/>
                    <a:gd name="csX6" fmla="*/ 180001 w 540000"/>
                    <a:gd name="csY6" fmla="*/ 360000 h 360001"/>
                    <a:gd name="csX7" fmla="*/ 360000 w 540000"/>
                    <a:gd name="csY7" fmla="*/ 180001 h 360001"/>
                    <a:gd name="csX8" fmla="*/ 180000 w 540000"/>
                    <a:gd name="csY8" fmla="*/ 1 h 360001"/>
                    <a:gd name="csX9" fmla="*/ 0 w 540000"/>
                    <a:gd name="csY9" fmla="*/ 1 h 360001"/>
                    <a:gd name="csX10" fmla="*/ 0 w 540000"/>
                    <a:gd name="csY10" fmla="*/ 0 h 36000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540000" h="360001">
                      <a:moveTo>
                        <a:pt x="180001" y="360000"/>
                      </a:moveTo>
                      <a:lnTo>
                        <a:pt x="180000" y="360001"/>
                      </a:lnTo>
                      <a:lnTo>
                        <a:pt x="0" y="360001"/>
                      </a:lnTo>
                      <a:lnTo>
                        <a:pt x="0" y="360000"/>
                      </a:lnTo>
                      <a:close/>
                      <a:moveTo>
                        <a:pt x="540000" y="0"/>
                      </a:moveTo>
                      <a:lnTo>
                        <a:pt x="540000" y="360000"/>
                      </a:lnTo>
                      <a:lnTo>
                        <a:pt x="180001" y="360000"/>
                      </a:lnTo>
                      <a:lnTo>
                        <a:pt x="360000" y="180001"/>
                      </a:lnTo>
                      <a:lnTo>
                        <a:pt x="180000" y="1"/>
                      </a:lnTo>
                      <a:lnTo>
                        <a:pt x="0" y="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2C68A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4" name="矩形 13">
                  <a:extLst>
                    <a:ext uri="{FF2B5EF4-FFF2-40B4-BE49-F238E27FC236}">
                      <a16:creationId xmlns:a16="http://schemas.microsoft.com/office/drawing/2014/main" id="{FA4EE909-5B2C-E358-3517-F13357EB88A6}"/>
                    </a:ext>
                  </a:extLst>
                </p:cNvPr>
                <p:cNvSpPr/>
                <p:nvPr/>
              </p:nvSpPr>
              <p:spPr>
                <a:xfrm>
                  <a:off x="3563855" y="2304811"/>
                  <a:ext cx="360000" cy="466553"/>
                </a:xfrm>
                <a:prstGeom prst="rect">
                  <a:avLst/>
                </a:prstGeom>
                <a:solidFill>
                  <a:srgbClr val="E1814D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5" name="矩形 14">
                  <a:extLst>
                    <a:ext uri="{FF2B5EF4-FFF2-40B4-BE49-F238E27FC236}">
                      <a16:creationId xmlns:a16="http://schemas.microsoft.com/office/drawing/2014/main" id="{4A3F7C4C-D759-7B5E-318E-CC38A9A0543F}"/>
                    </a:ext>
                  </a:extLst>
                </p:cNvPr>
                <p:cNvSpPr/>
                <p:nvPr/>
              </p:nvSpPr>
              <p:spPr>
                <a:xfrm rot="10800000">
                  <a:off x="3563856" y="3819219"/>
                  <a:ext cx="360000" cy="216000"/>
                </a:xfrm>
                <a:prstGeom prst="rect">
                  <a:avLst/>
                </a:prstGeom>
                <a:solidFill>
                  <a:srgbClr val="F8D67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18" name="箭头: 右 17">
                <a:extLst>
                  <a:ext uri="{FF2B5EF4-FFF2-40B4-BE49-F238E27FC236}">
                    <a16:creationId xmlns:a16="http://schemas.microsoft.com/office/drawing/2014/main" id="{ADD9764F-D8B5-9B69-AF70-7A9AD6ACF1F8}"/>
                  </a:ext>
                </a:extLst>
              </p:cNvPr>
              <p:cNvSpPr/>
              <p:nvPr/>
            </p:nvSpPr>
            <p:spPr>
              <a:xfrm>
                <a:off x="2895600" y="2106812"/>
                <a:ext cx="491490" cy="136960"/>
              </a:xfrm>
              <a:prstGeom prst="rightArrow">
                <a:avLst>
                  <a:gd name="adj1" fmla="val 28090"/>
                  <a:gd name="adj2" fmla="val 82858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AC9220F2-1976-B061-5DB6-52F99F3EF7DB}"/>
                  </a:ext>
                </a:extLst>
              </p:cNvPr>
              <p:cNvSpPr txBox="1"/>
              <p:nvPr/>
            </p:nvSpPr>
            <p:spPr>
              <a:xfrm>
                <a:off x="2837415" y="1913682"/>
                <a:ext cx="607859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100" dirty="0"/>
                  <a:t>改造后</a:t>
                </a:r>
              </a:p>
            </p:txBody>
          </p:sp>
        </p:grpSp>
        <p:grpSp>
          <p:nvGrpSpPr>
            <p:cNvPr id="33" name="组合 32">
              <a:extLst>
                <a:ext uri="{FF2B5EF4-FFF2-40B4-BE49-F238E27FC236}">
                  <a16:creationId xmlns:a16="http://schemas.microsoft.com/office/drawing/2014/main" id="{301F3FBC-A858-9BAA-5468-29F4E5F6BEEB}"/>
                </a:ext>
              </a:extLst>
            </p:cNvPr>
            <p:cNvGrpSpPr/>
            <p:nvPr/>
          </p:nvGrpSpPr>
          <p:grpSpPr>
            <a:xfrm>
              <a:off x="2741070" y="3658121"/>
              <a:ext cx="1424530" cy="922431"/>
              <a:chOff x="1935233" y="3282065"/>
              <a:chExt cx="1424530" cy="922431"/>
            </a:xfrm>
          </p:grpSpPr>
          <p:grpSp>
            <p:nvGrpSpPr>
              <p:cNvPr id="32" name="组合 31">
                <a:extLst>
                  <a:ext uri="{FF2B5EF4-FFF2-40B4-BE49-F238E27FC236}">
                    <a16:creationId xmlns:a16="http://schemas.microsoft.com/office/drawing/2014/main" id="{83110DD4-606E-9C92-95B3-4065411BB42D}"/>
                  </a:ext>
                </a:extLst>
              </p:cNvPr>
              <p:cNvGrpSpPr/>
              <p:nvPr/>
            </p:nvGrpSpPr>
            <p:grpSpPr>
              <a:xfrm>
                <a:off x="1935233" y="3282065"/>
                <a:ext cx="1424530" cy="568658"/>
                <a:chOff x="1935233" y="3282065"/>
                <a:chExt cx="1424530" cy="568658"/>
              </a:xfrm>
            </p:grpSpPr>
            <p:sp>
              <p:nvSpPr>
                <p:cNvPr id="26" name="箭头: 五边形 25">
                  <a:extLst>
                    <a:ext uri="{FF2B5EF4-FFF2-40B4-BE49-F238E27FC236}">
                      <a16:creationId xmlns:a16="http://schemas.microsoft.com/office/drawing/2014/main" id="{A8D316EA-4E3B-BC5F-0DE9-07B8A2AE0748}"/>
                    </a:ext>
                  </a:extLst>
                </p:cNvPr>
                <p:cNvSpPr/>
                <p:nvPr/>
              </p:nvSpPr>
              <p:spPr>
                <a:xfrm rot="10800000">
                  <a:off x="2758167" y="3352952"/>
                  <a:ext cx="506814" cy="360000"/>
                </a:xfrm>
                <a:prstGeom prst="homePlate">
                  <a:avLst/>
                </a:prstGeom>
                <a:solidFill>
                  <a:srgbClr val="D95E5A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8" name="任意多边形: 形状 27">
                  <a:extLst>
                    <a:ext uri="{FF2B5EF4-FFF2-40B4-BE49-F238E27FC236}">
                      <a16:creationId xmlns:a16="http://schemas.microsoft.com/office/drawing/2014/main" id="{672A26AC-567C-F7CC-DF36-C6954B11F28E}"/>
                    </a:ext>
                  </a:extLst>
                </p:cNvPr>
                <p:cNvSpPr/>
                <p:nvPr/>
              </p:nvSpPr>
              <p:spPr>
                <a:xfrm rot="10800000">
                  <a:off x="2295298" y="3352953"/>
                  <a:ext cx="540000" cy="360001"/>
                </a:xfrm>
                <a:custGeom>
                  <a:avLst/>
                  <a:gdLst>
                    <a:gd name="csX0" fmla="*/ 180001 w 540000"/>
                    <a:gd name="csY0" fmla="*/ 360000 h 360001"/>
                    <a:gd name="csX1" fmla="*/ 180000 w 540000"/>
                    <a:gd name="csY1" fmla="*/ 360001 h 360001"/>
                    <a:gd name="csX2" fmla="*/ 0 w 540000"/>
                    <a:gd name="csY2" fmla="*/ 360001 h 360001"/>
                    <a:gd name="csX3" fmla="*/ 0 w 540000"/>
                    <a:gd name="csY3" fmla="*/ 360000 h 360001"/>
                    <a:gd name="csX4" fmla="*/ 540000 w 540000"/>
                    <a:gd name="csY4" fmla="*/ 0 h 360001"/>
                    <a:gd name="csX5" fmla="*/ 540000 w 540000"/>
                    <a:gd name="csY5" fmla="*/ 360000 h 360001"/>
                    <a:gd name="csX6" fmla="*/ 180001 w 540000"/>
                    <a:gd name="csY6" fmla="*/ 360000 h 360001"/>
                    <a:gd name="csX7" fmla="*/ 360000 w 540000"/>
                    <a:gd name="csY7" fmla="*/ 180001 h 360001"/>
                    <a:gd name="csX8" fmla="*/ 180000 w 540000"/>
                    <a:gd name="csY8" fmla="*/ 1 h 360001"/>
                    <a:gd name="csX9" fmla="*/ 0 w 540000"/>
                    <a:gd name="csY9" fmla="*/ 1 h 360001"/>
                    <a:gd name="csX10" fmla="*/ 0 w 540000"/>
                    <a:gd name="csY10" fmla="*/ 0 h 36000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540000" h="360001">
                      <a:moveTo>
                        <a:pt x="180001" y="360000"/>
                      </a:moveTo>
                      <a:lnTo>
                        <a:pt x="180000" y="360001"/>
                      </a:lnTo>
                      <a:lnTo>
                        <a:pt x="0" y="360001"/>
                      </a:lnTo>
                      <a:lnTo>
                        <a:pt x="0" y="360000"/>
                      </a:lnTo>
                      <a:close/>
                      <a:moveTo>
                        <a:pt x="540000" y="0"/>
                      </a:moveTo>
                      <a:lnTo>
                        <a:pt x="540000" y="360000"/>
                      </a:lnTo>
                      <a:lnTo>
                        <a:pt x="180001" y="360000"/>
                      </a:lnTo>
                      <a:lnTo>
                        <a:pt x="360000" y="180001"/>
                      </a:lnTo>
                      <a:lnTo>
                        <a:pt x="180000" y="1"/>
                      </a:lnTo>
                      <a:lnTo>
                        <a:pt x="0" y="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2C68A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9" name="矩形 28">
                  <a:extLst>
                    <a:ext uri="{FF2B5EF4-FFF2-40B4-BE49-F238E27FC236}">
                      <a16:creationId xmlns:a16="http://schemas.microsoft.com/office/drawing/2014/main" id="{423A52C9-068F-68EE-063B-AD54D9975673}"/>
                    </a:ext>
                  </a:extLst>
                </p:cNvPr>
                <p:cNvSpPr/>
                <p:nvPr/>
              </p:nvSpPr>
              <p:spPr>
                <a:xfrm rot="16200000">
                  <a:off x="1884181" y="3333117"/>
                  <a:ext cx="568658" cy="466553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" name="矩形 29">
                  <a:extLst>
                    <a:ext uri="{FF2B5EF4-FFF2-40B4-BE49-F238E27FC236}">
                      <a16:creationId xmlns:a16="http://schemas.microsoft.com/office/drawing/2014/main" id="{9EC239B1-2BE3-C3AC-8177-8879299F7C07}"/>
                    </a:ext>
                  </a:extLst>
                </p:cNvPr>
                <p:cNvSpPr/>
                <p:nvPr/>
              </p:nvSpPr>
              <p:spPr>
                <a:xfrm rot="5400000">
                  <a:off x="2934371" y="3411395"/>
                  <a:ext cx="540002" cy="31078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0859B3AA-8ADF-BFBB-A8E9-5BAEA4F2EB5B}"/>
                  </a:ext>
                </a:extLst>
              </p:cNvPr>
              <p:cNvSpPr txBox="1"/>
              <p:nvPr/>
            </p:nvSpPr>
            <p:spPr>
              <a:xfrm>
                <a:off x="2209398" y="3773609"/>
                <a:ext cx="1031051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sz="1100" dirty="0"/>
                  <a:t>目的基因对</a:t>
                </a:r>
                <a:endParaRPr lang="en-US" altLang="zh-CN" sz="1100" dirty="0"/>
              </a:p>
              <a:p>
                <a:pPr algn="ctr"/>
                <a:r>
                  <a:rPr lang="zh-CN" altLang="en-US" sz="1100" dirty="0"/>
                  <a:t>（假设互作）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317175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10</Words>
  <Application>Microsoft Office PowerPoint</Application>
  <PresentationFormat>宽屏</PresentationFormat>
  <Paragraphs>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Haizhao T.</dc:creator>
  <cp:lastModifiedBy>Haizhao T.</cp:lastModifiedBy>
  <cp:revision>7</cp:revision>
  <dcterms:created xsi:type="dcterms:W3CDTF">2026-06-29T13:58:42Z</dcterms:created>
  <dcterms:modified xsi:type="dcterms:W3CDTF">2026-06-29T14:22:51Z</dcterms:modified>
</cp:coreProperties>
</file>