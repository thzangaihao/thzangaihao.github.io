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2" r:id="rId3"/>
    <p:sldId id="273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9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1B39E1-CE36-5515-00AA-F63FF87241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1383C2-C9C7-0404-1BA9-EFB1A5A1E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4F495B-EEBE-2C8B-2D22-40E24366D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6FD7C-F47F-49D1-880A-AAD71A3D105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28AF30-E166-DFDA-0EB2-0E73EF633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3F7D35-E912-B538-F9D7-756768C1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B1EF7-217E-4369-878A-CF7F7C794B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983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D49125-B381-96EC-E65C-11305FE82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16575D-D589-4615-C7C9-6E7AB488E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61CC4E-3B70-C7A6-CB6A-9792A8EEC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6FD7C-F47F-49D1-880A-AAD71A3D105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1D3C5D-76F1-2DC3-4314-6A78C97E9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94D0F9-2FDC-B920-C4E5-1222677E2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B1EF7-217E-4369-878A-CF7F7C794B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653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B0FD44-9114-9E7F-2489-FCEE7F457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2C8627-3840-599C-C9BA-580358651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9733DA-6175-50D1-CB04-238C4CFB2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6FD7C-F47F-49D1-880A-AAD71A3D105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7DBBCE-8E98-802F-3B02-A2C255DAD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DC0EA3-E1ED-613A-B964-5E43EF2E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B1EF7-217E-4369-878A-CF7F7C794B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488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1235B4-B5BC-F618-E684-DC66BCE78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B4AE0B-F1A2-566E-7950-6E6D2CD95D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3CDC43-EB33-4587-E671-0D9FBE980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DAF5B8-1928-4BEE-1ED7-0ADE556C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6FD7C-F47F-49D1-880A-AAD71A3D105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AFF706-B41D-D016-6B05-2BD474089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DFE118-4ABA-B94D-3FE6-2753C8939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B1EF7-217E-4369-878A-CF7F7C794B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6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905CC4-0239-2EEE-CD40-108F4655D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D27D39-CF84-1599-A785-01F60AAA8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BB7E3AE-68D5-B778-652A-4ACB87714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F27FF49-B72F-A223-121C-8978DAEF35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E9CC8A8-7B43-EE37-A06F-340137EED8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6D6CC0D-52E2-1075-FBD1-617102CEC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6FD7C-F47F-49D1-880A-AAD71A3D105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37B5787-B08E-4851-86E6-9E3562F80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D6D1E71-CC4C-CE0C-7D7D-F194BD9F1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B1EF7-217E-4369-878A-CF7F7C794B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117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ABBD37-8AA7-DD63-21AC-AE95CA576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2D59DB7-34B7-9E8D-BABC-AD85C3DE9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6FD7C-F47F-49D1-880A-AAD71A3D105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22FBDD1-A68C-23D9-F492-5B05DC95C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2E6B67-9A3A-649F-50F7-72E42CEC5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B1EF7-217E-4369-878A-CF7F7C794B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624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0D9D56C-C44C-DB4B-0F77-13881E2EC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6FD7C-F47F-49D1-880A-AAD71A3D105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AA738FA-C1F0-0949-F087-8ADB85964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FC7970-AAED-7EEB-6196-7D6273983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B1EF7-217E-4369-878A-CF7F7C794B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144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538221-79DA-B527-2E26-6FD599CD4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39E088-64AC-B452-6361-0CF1F59B0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8A5BD2-5877-0C49-71E9-4AC8E66E27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377638-06D5-3F1F-B7E6-6E189595A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6FD7C-F47F-49D1-880A-AAD71A3D105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D99593-DD31-1920-864D-6F45B9B8E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2CD445-8F16-3A6D-371C-8B75F9339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B1EF7-217E-4369-878A-CF7F7C794B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950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DF5843-2A53-B2CD-457F-3A862C6B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F0AADC0-BBF8-8DA6-FF55-09E9621ECD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2AC478-4AD9-3912-8B07-A528A6A5C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1B79B1-129A-0C0A-D543-94DB6DB62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6FD7C-F47F-49D1-880A-AAD71A3D105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B393B7-3E6A-DA8F-09F0-7964FA931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7C11DD-4029-E3B7-7AF3-CA3125D15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B1EF7-217E-4369-878A-CF7F7C794B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30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3E1269-6745-501B-1232-7F843229C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989F86-340D-0B4C-86B8-4BD52B1B0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DCC025-61A1-63A4-2142-3BB740ACA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6FD7C-F47F-49D1-880A-AAD71A3D105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170F23-D4D8-4ED5-814D-DE00251E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4CD2D2-B202-275E-E20B-B69F6AD52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B1EF7-217E-4369-878A-CF7F7C794B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772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D313EF6-B0EA-24EC-0A33-8179469173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52EBB2-A691-BCDF-826B-E885DB94E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D718F8-D005-98A6-C2D0-E7F8C874B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6FD7C-F47F-49D1-880A-AAD71A3D105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DF7412-AC8A-97AD-1522-8C19A8CB7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55F803-9901-346D-8F22-04E50808A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B1EF7-217E-4369-878A-CF7F7C794B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809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2D9ED93-E6E8-5612-6145-F245760F6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0EB49C-FBB6-84B8-BCEE-DB5D7BF3D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BD4868-5E22-D62D-B233-8D1908718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C6FD7C-F47F-49D1-880A-AAD71A3D105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A93BB2-532A-A989-39C2-3EA5397534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8F0619-CCCE-8177-F486-C6474A5A2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EB1EF7-217E-4369-878A-CF7F7C794B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139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6FAC3-11A4-D4FC-0FBD-B20B8B52C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E16FC00-6488-75AA-7570-89173DDCBA94}"/>
              </a:ext>
            </a:extLst>
          </p:cNvPr>
          <p:cNvSpPr/>
          <p:nvPr/>
        </p:nvSpPr>
        <p:spPr>
          <a:xfrm>
            <a:off x="0" y="-1"/>
            <a:ext cx="12192000" cy="540000"/>
          </a:xfrm>
          <a:prstGeom prst="rect">
            <a:avLst/>
          </a:prstGeom>
          <a:solidFill>
            <a:srgbClr val="E1DA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rgbClr val="141413"/>
                </a:solidFill>
              </a:rPr>
              <a:t>2. </a:t>
            </a:r>
            <a:r>
              <a:rPr lang="zh-CN" altLang="en-US" b="1" dirty="0">
                <a:solidFill>
                  <a:srgbClr val="141413"/>
                </a:solidFill>
              </a:rPr>
              <a:t>项目进展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797703B-FE4D-3BF1-C041-6EB8A5BA5783}"/>
              </a:ext>
            </a:extLst>
          </p:cNvPr>
          <p:cNvSpPr txBox="1"/>
          <p:nvPr/>
        </p:nvSpPr>
        <p:spPr>
          <a:xfrm>
            <a:off x="0" y="540000"/>
            <a:ext cx="6143222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/>
              <a:t>2.</a:t>
            </a:r>
            <a:r>
              <a:rPr lang="en-US" altLang="zh-CN" b="1" dirty="0"/>
              <a:t>3 </a:t>
            </a:r>
            <a:r>
              <a:rPr lang="zh-CN" altLang="en-US" b="1" dirty="0"/>
              <a:t>问题</a:t>
            </a:r>
            <a:r>
              <a:rPr lang="en-US" altLang="zh-CN" b="1" dirty="0"/>
              <a:t>-</a:t>
            </a:r>
            <a:r>
              <a:rPr lang="zh-CN" altLang="en-US" b="1" dirty="0"/>
              <a:t>敲除</a:t>
            </a:r>
            <a:endParaRPr lang="en-US" altLang="zh-CN" b="1" dirty="0">
              <a:solidFill>
                <a:srgbClr val="141413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CFFF9B7-BE80-045E-2D6A-405BE2A82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98787"/>
            <a:ext cx="5314724" cy="1077149"/>
          </a:xfrm>
          <a:prstGeom prst="rect">
            <a:avLst/>
          </a:prstGeom>
        </p:spPr>
      </p:pic>
      <p:grpSp>
        <p:nvGrpSpPr>
          <p:cNvPr id="55" name="组合 54">
            <a:extLst>
              <a:ext uri="{FF2B5EF4-FFF2-40B4-BE49-F238E27FC236}">
                <a16:creationId xmlns:a16="http://schemas.microsoft.com/office/drawing/2014/main" id="{3FFD7B8C-13FA-3F38-07CF-3CE067C86865}"/>
              </a:ext>
            </a:extLst>
          </p:cNvPr>
          <p:cNvGrpSpPr/>
          <p:nvPr/>
        </p:nvGrpSpPr>
        <p:grpSpPr>
          <a:xfrm>
            <a:off x="1877633" y="1155868"/>
            <a:ext cx="7941167" cy="5573622"/>
            <a:chOff x="1877633" y="1155868"/>
            <a:chExt cx="7941167" cy="5573622"/>
          </a:xfrm>
        </p:grpSpPr>
        <p:grpSp>
          <p:nvGrpSpPr>
            <p:cNvPr id="302" name="组合 301">
              <a:extLst>
                <a:ext uri="{FF2B5EF4-FFF2-40B4-BE49-F238E27FC236}">
                  <a16:creationId xmlns:a16="http://schemas.microsoft.com/office/drawing/2014/main" id="{9D85D3EF-F15E-247E-351C-8056BB201051}"/>
                </a:ext>
              </a:extLst>
            </p:cNvPr>
            <p:cNvGrpSpPr/>
            <p:nvPr/>
          </p:nvGrpSpPr>
          <p:grpSpPr>
            <a:xfrm>
              <a:off x="1877633" y="1155868"/>
              <a:ext cx="3617255" cy="5572774"/>
              <a:chOff x="291467" y="1149096"/>
              <a:chExt cx="3617255" cy="5572774"/>
            </a:xfrm>
          </p:grpSpPr>
          <p:grpSp>
            <p:nvGrpSpPr>
              <p:cNvPr id="268" name="组合 267">
                <a:extLst>
                  <a:ext uri="{FF2B5EF4-FFF2-40B4-BE49-F238E27FC236}">
                    <a16:creationId xmlns:a16="http://schemas.microsoft.com/office/drawing/2014/main" id="{D389BA68-C500-E267-796D-A2E064E3E461}"/>
                  </a:ext>
                </a:extLst>
              </p:cNvPr>
              <p:cNvGrpSpPr/>
              <p:nvPr/>
            </p:nvGrpSpPr>
            <p:grpSpPr>
              <a:xfrm>
                <a:off x="308722" y="1149096"/>
                <a:ext cx="3600000" cy="359460"/>
                <a:chOff x="308722" y="1149096"/>
                <a:chExt cx="3600000" cy="359460"/>
              </a:xfrm>
            </p:grpSpPr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50483D4B-BFED-DD62-2871-80E6EC4F975E}"/>
                    </a:ext>
                  </a:extLst>
                </p:cNvPr>
                <p:cNvSpPr/>
                <p:nvPr/>
              </p:nvSpPr>
              <p:spPr>
                <a:xfrm>
                  <a:off x="308722" y="1149096"/>
                  <a:ext cx="3600000" cy="108000"/>
                </a:xfrm>
                <a:prstGeom prst="rect">
                  <a:avLst/>
                </a:prstGeom>
                <a:solidFill>
                  <a:srgbClr val="E1DAC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D596EB99-FCE9-E8C6-8AF9-8FF383E7DA99}"/>
                    </a:ext>
                  </a:extLst>
                </p:cNvPr>
                <p:cNvSpPr/>
                <p:nvPr/>
              </p:nvSpPr>
              <p:spPr>
                <a:xfrm>
                  <a:off x="308722" y="1400556"/>
                  <a:ext cx="3600000" cy="108000"/>
                </a:xfrm>
                <a:prstGeom prst="rect">
                  <a:avLst/>
                </a:prstGeom>
                <a:solidFill>
                  <a:srgbClr val="E1DAC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72" name="组合 271">
                <a:extLst>
                  <a:ext uri="{FF2B5EF4-FFF2-40B4-BE49-F238E27FC236}">
                    <a16:creationId xmlns:a16="http://schemas.microsoft.com/office/drawing/2014/main" id="{E934AD61-C29D-6A8B-783C-0706EC95D1DB}"/>
                  </a:ext>
                </a:extLst>
              </p:cNvPr>
              <p:cNvGrpSpPr/>
              <p:nvPr/>
            </p:nvGrpSpPr>
            <p:grpSpPr>
              <a:xfrm>
                <a:off x="308722" y="5988142"/>
                <a:ext cx="3600000" cy="733728"/>
                <a:chOff x="308722" y="5988142"/>
                <a:chExt cx="3600000" cy="733728"/>
              </a:xfrm>
            </p:grpSpPr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AEC9F6C4-042A-A7B2-80FA-F9A9B404FACE}"/>
                    </a:ext>
                  </a:extLst>
                </p:cNvPr>
                <p:cNvSpPr/>
                <p:nvPr/>
              </p:nvSpPr>
              <p:spPr>
                <a:xfrm>
                  <a:off x="308722" y="6362410"/>
                  <a:ext cx="3600000" cy="108000"/>
                </a:xfrm>
                <a:prstGeom prst="rect">
                  <a:avLst/>
                </a:prstGeom>
                <a:solidFill>
                  <a:srgbClr val="E1DAC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991B2507-557C-0BA1-E2BE-077DA6308B73}"/>
                    </a:ext>
                  </a:extLst>
                </p:cNvPr>
                <p:cNvSpPr/>
                <p:nvPr/>
              </p:nvSpPr>
              <p:spPr>
                <a:xfrm>
                  <a:off x="1388722" y="6362410"/>
                  <a:ext cx="1440000" cy="108000"/>
                </a:xfrm>
                <a:prstGeom prst="rect">
                  <a:avLst/>
                </a:prstGeom>
                <a:solidFill>
                  <a:srgbClr val="B7836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BBE49BF3-ACDF-5BAC-22E6-F24464368709}"/>
                    </a:ext>
                  </a:extLst>
                </p:cNvPr>
                <p:cNvSpPr/>
                <p:nvPr/>
              </p:nvSpPr>
              <p:spPr>
                <a:xfrm>
                  <a:off x="308722" y="6613870"/>
                  <a:ext cx="3600000" cy="108000"/>
                </a:xfrm>
                <a:prstGeom prst="rect">
                  <a:avLst/>
                </a:prstGeom>
                <a:solidFill>
                  <a:srgbClr val="E1DAC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89B93067-714D-E311-4A60-3C617FAD872A}"/>
                    </a:ext>
                  </a:extLst>
                </p:cNvPr>
                <p:cNvSpPr/>
                <p:nvPr/>
              </p:nvSpPr>
              <p:spPr>
                <a:xfrm>
                  <a:off x="1388722" y="6613870"/>
                  <a:ext cx="1440000" cy="108000"/>
                </a:xfrm>
                <a:prstGeom prst="rect">
                  <a:avLst/>
                </a:prstGeom>
                <a:solidFill>
                  <a:srgbClr val="B7836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784D7373-8719-4104-217F-E7CA6DF8D782}"/>
                    </a:ext>
                  </a:extLst>
                </p:cNvPr>
                <p:cNvSpPr txBox="1"/>
                <p:nvPr/>
              </p:nvSpPr>
              <p:spPr>
                <a:xfrm>
                  <a:off x="1658817" y="5988142"/>
                  <a:ext cx="90281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dirty="0"/>
                    <a:t>抗性基因</a:t>
                  </a:r>
                </a:p>
              </p:txBody>
            </p:sp>
          </p:grpSp>
          <p:grpSp>
            <p:nvGrpSpPr>
              <p:cNvPr id="269" name="组合 268">
                <a:extLst>
                  <a:ext uri="{FF2B5EF4-FFF2-40B4-BE49-F238E27FC236}">
                    <a16:creationId xmlns:a16="http://schemas.microsoft.com/office/drawing/2014/main" id="{4C7FECF0-F019-2290-55E7-EC4E16B72EA4}"/>
                  </a:ext>
                </a:extLst>
              </p:cNvPr>
              <p:cNvGrpSpPr/>
              <p:nvPr/>
            </p:nvGrpSpPr>
            <p:grpSpPr>
              <a:xfrm>
                <a:off x="291467" y="2228762"/>
                <a:ext cx="3600000" cy="359460"/>
                <a:chOff x="291467" y="2122986"/>
                <a:chExt cx="3600000" cy="359460"/>
              </a:xfrm>
            </p:grpSpPr>
            <p:sp>
              <p:nvSpPr>
                <p:cNvPr id="95" name="矩形 94">
                  <a:extLst>
                    <a:ext uri="{FF2B5EF4-FFF2-40B4-BE49-F238E27FC236}">
                      <a16:creationId xmlns:a16="http://schemas.microsoft.com/office/drawing/2014/main" id="{C2B76518-05B3-2543-DBCB-B6C0D02BB6B4}"/>
                    </a:ext>
                  </a:extLst>
                </p:cNvPr>
                <p:cNvSpPr/>
                <p:nvPr/>
              </p:nvSpPr>
              <p:spPr>
                <a:xfrm>
                  <a:off x="291467" y="2122986"/>
                  <a:ext cx="3600000" cy="108000"/>
                </a:xfrm>
                <a:prstGeom prst="rect">
                  <a:avLst/>
                </a:prstGeom>
                <a:solidFill>
                  <a:srgbClr val="E1DAC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6" name="矩形 95">
                  <a:extLst>
                    <a:ext uri="{FF2B5EF4-FFF2-40B4-BE49-F238E27FC236}">
                      <a16:creationId xmlns:a16="http://schemas.microsoft.com/office/drawing/2014/main" id="{A654C33B-E71B-4ADC-AD3A-1586F470C56E}"/>
                    </a:ext>
                  </a:extLst>
                </p:cNvPr>
                <p:cNvSpPr/>
                <p:nvPr/>
              </p:nvSpPr>
              <p:spPr>
                <a:xfrm>
                  <a:off x="291467" y="2374446"/>
                  <a:ext cx="3600000" cy="108000"/>
                </a:xfrm>
                <a:prstGeom prst="rect">
                  <a:avLst/>
                </a:prstGeom>
                <a:solidFill>
                  <a:srgbClr val="E1DAC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7" name="矩形 96">
                  <a:extLst>
                    <a:ext uri="{FF2B5EF4-FFF2-40B4-BE49-F238E27FC236}">
                      <a16:creationId xmlns:a16="http://schemas.microsoft.com/office/drawing/2014/main" id="{B8DE98AD-295A-096A-335A-91E15AE78E24}"/>
                    </a:ext>
                  </a:extLst>
                </p:cNvPr>
                <p:cNvSpPr/>
                <p:nvPr/>
              </p:nvSpPr>
              <p:spPr>
                <a:xfrm>
                  <a:off x="2006365" y="2374446"/>
                  <a:ext cx="45719" cy="10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>
                  <a:extLst>
                    <a:ext uri="{FF2B5EF4-FFF2-40B4-BE49-F238E27FC236}">
                      <a16:creationId xmlns:a16="http://schemas.microsoft.com/office/drawing/2014/main" id="{CFDC47C0-0863-AA67-E389-4841EECADA81}"/>
                    </a:ext>
                  </a:extLst>
                </p:cNvPr>
                <p:cNvSpPr/>
                <p:nvPr/>
              </p:nvSpPr>
              <p:spPr>
                <a:xfrm>
                  <a:off x="2188217" y="2122986"/>
                  <a:ext cx="45719" cy="10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A316D570-95EF-5675-87EE-169547A88586}"/>
                  </a:ext>
                </a:extLst>
              </p:cNvPr>
              <p:cNvSpPr/>
              <p:nvPr/>
            </p:nvSpPr>
            <p:spPr>
              <a:xfrm>
                <a:off x="1059538" y="3308428"/>
                <a:ext cx="1289099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49B723DB-0ADE-0C5A-D3B3-CF138342A09C}"/>
                  </a:ext>
                </a:extLst>
              </p:cNvPr>
              <p:cNvSpPr/>
              <p:nvPr/>
            </p:nvSpPr>
            <p:spPr>
              <a:xfrm>
                <a:off x="1388722" y="3308428"/>
                <a:ext cx="959915" cy="108000"/>
              </a:xfrm>
              <a:prstGeom prst="rect">
                <a:avLst/>
              </a:prstGeom>
              <a:solidFill>
                <a:srgbClr val="B7836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28" name="组合 127">
                <a:extLst>
                  <a:ext uri="{FF2B5EF4-FFF2-40B4-BE49-F238E27FC236}">
                    <a16:creationId xmlns:a16="http://schemas.microsoft.com/office/drawing/2014/main" id="{C5999074-8AC1-1AE4-2841-8FF11F145CBE}"/>
                  </a:ext>
                </a:extLst>
              </p:cNvPr>
              <p:cNvGrpSpPr/>
              <p:nvPr/>
            </p:nvGrpSpPr>
            <p:grpSpPr>
              <a:xfrm>
                <a:off x="1145962" y="3414040"/>
                <a:ext cx="77079" cy="154332"/>
                <a:chOff x="8197215" y="2528221"/>
                <a:chExt cx="83820" cy="167830"/>
              </a:xfrm>
            </p:grpSpPr>
            <p:cxnSp>
              <p:nvCxnSpPr>
                <p:cNvPr id="129" name="直接连接符 128">
                  <a:extLst>
                    <a:ext uri="{FF2B5EF4-FFF2-40B4-BE49-F238E27FC236}">
                      <a16:creationId xmlns:a16="http://schemas.microsoft.com/office/drawing/2014/main" id="{C53C229E-AA46-E088-06B9-59B7ECB7CF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97215" y="2528221"/>
                  <a:ext cx="83820" cy="161925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直接连接符 129">
                  <a:extLst>
                    <a:ext uri="{FF2B5EF4-FFF2-40B4-BE49-F238E27FC236}">
                      <a16:creationId xmlns:a16="http://schemas.microsoft.com/office/drawing/2014/main" id="{F9488A31-AAF8-BEBD-E39A-66B356AD8D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197215" y="2528221"/>
                  <a:ext cx="83820" cy="167830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065637E7-EF39-56EE-C289-515C5790145E}"/>
                  </a:ext>
                </a:extLst>
              </p:cNvPr>
              <p:cNvSpPr/>
              <p:nvPr/>
            </p:nvSpPr>
            <p:spPr>
              <a:xfrm>
                <a:off x="1823225" y="4079776"/>
                <a:ext cx="1290991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矩形 133">
                <a:extLst>
                  <a:ext uri="{FF2B5EF4-FFF2-40B4-BE49-F238E27FC236}">
                    <a16:creationId xmlns:a16="http://schemas.microsoft.com/office/drawing/2014/main" id="{3684AA1D-5FF7-6B7A-A9C4-379FF6BC9401}"/>
                  </a:ext>
                </a:extLst>
              </p:cNvPr>
              <p:cNvSpPr/>
              <p:nvPr/>
            </p:nvSpPr>
            <p:spPr>
              <a:xfrm>
                <a:off x="1823226" y="4079776"/>
                <a:ext cx="1005495" cy="108000"/>
              </a:xfrm>
              <a:prstGeom prst="rect">
                <a:avLst/>
              </a:prstGeom>
              <a:solidFill>
                <a:srgbClr val="B7836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36" name="组合 135">
                <a:extLst>
                  <a:ext uri="{FF2B5EF4-FFF2-40B4-BE49-F238E27FC236}">
                    <a16:creationId xmlns:a16="http://schemas.microsoft.com/office/drawing/2014/main" id="{0671BAEC-AF68-EABC-82FE-943926828AD3}"/>
                  </a:ext>
                </a:extLst>
              </p:cNvPr>
              <p:cNvGrpSpPr/>
              <p:nvPr/>
            </p:nvGrpSpPr>
            <p:grpSpPr>
              <a:xfrm>
                <a:off x="2932930" y="3925444"/>
                <a:ext cx="77079" cy="154332"/>
                <a:chOff x="8197215" y="2528221"/>
                <a:chExt cx="83820" cy="167830"/>
              </a:xfrm>
            </p:grpSpPr>
            <p:cxnSp>
              <p:nvCxnSpPr>
                <p:cNvPr id="137" name="直接连接符 136">
                  <a:extLst>
                    <a:ext uri="{FF2B5EF4-FFF2-40B4-BE49-F238E27FC236}">
                      <a16:creationId xmlns:a16="http://schemas.microsoft.com/office/drawing/2014/main" id="{AB1F7C73-9C71-8AAF-0B31-4866677440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97215" y="2528221"/>
                  <a:ext cx="83820" cy="161925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直接连接符 137">
                  <a:extLst>
                    <a:ext uri="{FF2B5EF4-FFF2-40B4-BE49-F238E27FC236}">
                      <a16:creationId xmlns:a16="http://schemas.microsoft.com/office/drawing/2014/main" id="{4A4A5931-95F4-EC05-B774-19651FED07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197215" y="2528221"/>
                  <a:ext cx="83820" cy="167830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702F6F80-CEDB-EB8C-AACF-40A22F348BCC}"/>
                  </a:ext>
                </a:extLst>
              </p:cNvPr>
              <p:cNvSpPr/>
              <p:nvPr/>
            </p:nvSpPr>
            <p:spPr>
              <a:xfrm>
                <a:off x="291467" y="3568372"/>
                <a:ext cx="3600000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15E0433F-ECA5-2608-4C9F-8B41B3F04E0D}"/>
                  </a:ext>
                </a:extLst>
              </p:cNvPr>
              <p:cNvSpPr/>
              <p:nvPr/>
            </p:nvSpPr>
            <p:spPr>
              <a:xfrm>
                <a:off x="2211076" y="3568372"/>
                <a:ext cx="45719" cy="10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5DEE481A-4961-DBD7-553B-89A9046C172D}"/>
                  </a:ext>
                </a:extLst>
              </p:cNvPr>
              <p:cNvSpPr/>
              <p:nvPr/>
            </p:nvSpPr>
            <p:spPr>
              <a:xfrm>
                <a:off x="291467" y="3819832"/>
                <a:ext cx="3600000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" name="矩形 143">
                <a:extLst>
                  <a:ext uri="{FF2B5EF4-FFF2-40B4-BE49-F238E27FC236}">
                    <a16:creationId xmlns:a16="http://schemas.microsoft.com/office/drawing/2014/main" id="{7AA1CDEE-B365-77E0-A55E-3A267AAD6D51}"/>
                  </a:ext>
                </a:extLst>
              </p:cNvPr>
              <p:cNvSpPr/>
              <p:nvPr/>
            </p:nvSpPr>
            <p:spPr>
              <a:xfrm>
                <a:off x="2028612" y="3819832"/>
                <a:ext cx="45719" cy="10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" name="矩形 144">
                <a:extLst>
                  <a:ext uri="{FF2B5EF4-FFF2-40B4-BE49-F238E27FC236}">
                    <a16:creationId xmlns:a16="http://schemas.microsoft.com/office/drawing/2014/main" id="{A94AFEDB-DAE0-ACB8-57FE-689861001FBF}"/>
                  </a:ext>
                </a:extLst>
              </p:cNvPr>
              <p:cNvSpPr/>
              <p:nvPr/>
            </p:nvSpPr>
            <p:spPr>
              <a:xfrm rot="1800000">
                <a:off x="2371283" y="4785600"/>
                <a:ext cx="518302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矩形 145">
                <a:extLst>
                  <a:ext uri="{FF2B5EF4-FFF2-40B4-BE49-F238E27FC236}">
                    <a16:creationId xmlns:a16="http://schemas.microsoft.com/office/drawing/2014/main" id="{B025D014-91D5-6F8E-5616-774C7AA74C03}"/>
                  </a:ext>
                </a:extLst>
              </p:cNvPr>
              <p:cNvSpPr/>
              <p:nvPr/>
            </p:nvSpPr>
            <p:spPr>
              <a:xfrm>
                <a:off x="1059538" y="4907982"/>
                <a:ext cx="1289099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" name="矩形 146">
                <a:extLst>
                  <a:ext uri="{FF2B5EF4-FFF2-40B4-BE49-F238E27FC236}">
                    <a16:creationId xmlns:a16="http://schemas.microsoft.com/office/drawing/2014/main" id="{A34C0416-B0B2-B64F-E22C-3AB65AA2E87C}"/>
                  </a:ext>
                </a:extLst>
              </p:cNvPr>
              <p:cNvSpPr/>
              <p:nvPr/>
            </p:nvSpPr>
            <p:spPr>
              <a:xfrm>
                <a:off x="291468" y="4908476"/>
                <a:ext cx="1036090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" name="矩形 147">
                <a:extLst>
                  <a:ext uri="{FF2B5EF4-FFF2-40B4-BE49-F238E27FC236}">
                    <a16:creationId xmlns:a16="http://schemas.microsoft.com/office/drawing/2014/main" id="{6613A647-F917-F3F3-C5BF-1F738337774E}"/>
                  </a:ext>
                </a:extLst>
              </p:cNvPr>
              <p:cNvSpPr/>
              <p:nvPr/>
            </p:nvSpPr>
            <p:spPr>
              <a:xfrm>
                <a:off x="1388722" y="4907982"/>
                <a:ext cx="959915" cy="108000"/>
              </a:xfrm>
              <a:prstGeom prst="rect">
                <a:avLst/>
              </a:prstGeom>
              <a:solidFill>
                <a:srgbClr val="B7836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" name="矩形 148">
                <a:extLst>
                  <a:ext uri="{FF2B5EF4-FFF2-40B4-BE49-F238E27FC236}">
                    <a16:creationId xmlns:a16="http://schemas.microsoft.com/office/drawing/2014/main" id="{D1A3581F-15A9-8997-9DC5-90FACE3C0FFF}"/>
                  </a:ext>
                </a:extLst>
              </p:cNvPr>
              <p:cNvSpPr/>
              <p:nvPr/>
            </p:nvSpPr>
            <p:spPr>
              <a:xfrm>
                <a:off x="2828721" y="4908476"/>
                <a:ext cx="1080001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" name="矩形 149">
                <a:extLst>
                  <a:ext uri="{FF2B5EF4-FFF2-40B4-BE49-F238E27FC236}">
                    <a16:creationId xmlns:a16="http://schemas.microsoft.com/office/drawing/2014/main" id="{CD870E61-3A9D-2C0C-AC7D-660BE11FDDF2}"/>
                  </a:ext>
                </a:extLst>
              </p:cNvPr>
              <p:cNvSpPr/>
              <p:nvPr/>
            </p:nvSpPr>
            <p:spPr>
              <a:xfrm>
                <a:off x="2889887" y="5159937"/>
                <a:ext cx="1018835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E482C8F7-AA2C-2BBD-FDB5-2C5B119CA30E}"/>
                  </a:ext>
                </a:extLst>
              </p:cNvPr>
              <p:cNvSpPr/>
              <p:nvPr/>
            </p:nvSpPr>
            <p:spPr>
              <a:xfrm>
                <a:off x="291467" y="5159937"/>
                <a:ext cx="1018835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57AE1A29-8140-CE9D-D60E-DBB582E5407F}"/>
                  </a:ext>
                </a:extLst>
              </p:cNvPr>
              <p:cNvSpPr/>
              <p:nvPr/>
            </p:nvSpPr>
            <p:spPr>
              <a:xfrm>
                <a:off x="308722" y="5159937"/>
                <a:ext cx="1018835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F08E63DB-2EDA-B369-1E35-69E3673D1602}"/>
                  </a:ext>
                </a:extLst>
              </p:cNvPr>
              <p:cNvSpPr/>
              <p:nvPr/>
            </p:nvSpPr>
            <p:spPr>
              <a:xfrm>
                <a:off x="1674217" y="5159937"/>
                <a:ext cx="1440000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" name="矩形 154">
                <a:extLst>
                  <a:ext uri="{FF2B5EF4-FFF2-40B4-BE49-F238E27FC236}">
                    <a16:creationId xmlns:a16="http://schemas.microsoft.com/office/drawing/2014/main" id="{FF08FC15-C169-299F-206E-C5A5F9E146B5}"/>
                  </a:ext>
                </a:extLst>
              </p:cNvPr>
              <p:cNvSpPr/>
              <p:nvPr/>
            </p:nvSpPr>
            <p:spPr>
              <a:xfrm>
                <a:off x="1059538" y="5159937"/>
                <a:ext cx="1440000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" name="矩形 155">
                <a:extLst>
                  <a:ext uri="{FF2B5EF4-FFF2-40B4-BE49-F238E27FC236}">
                    <a16:creationId xmlns:a16="http://schemas.microsoft.com/office/drawing/2014/main" id="{A3116448-6CAA-4DE5-2910-49610FAA8247}"/>
                  </a:ext>
                </a:extLst>
              </p:cNvPr>
              <p:cNvSpPr/>
              <p:nvPr/>
            </p:nvSpPr>
            <p:spPr>
              <a:xfrm>
                <a:off x="1388722" y="5159937"/>
                <a:ext cx="1440000" cy="108000"/>
              </a:xfrm>
              <a:prstGeom prst="rect">
                <a:avLst/>
              </a:prstGeom>
              <a:solidFill>
                <a:srgbClr val="B7836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" name="矩形 156">
                <a:extLst>
                  <a:ext uri="{FF2B5EF4-FFF2-40B4-BE49-F238E27FC236}">
                    <a16:creationId xmlns:a16="http://schemas.microsoft.com/office/drawing/2014/main" id="{F0245933-C414-978A-1153-884D7DB018A7}"/>
                  </a:ext>
                </a:extLst>
              </p:cNvPr>
              <p:cNvSpPr/>
              <p:nvPr/>
            </p:nvSpPr>
            <p:spPr>
              <a:xfrm>
                <a:off x="1325887" y="5159937"/>
                <a:ext cx="480085" cy="10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9" name="箭头: 下 278">
                <a:extLst>
                  <a:ext uri="{FF2B5EF4-FFF2-40B4-BE49-F238E27FC236}">
                    <a16:creationId xmlns:a16="http://schemas.microsoft.com/office/drawing/2014/main" id="{8AF6E062-94FE-EB8E-6F26-7D4742034060}"/>
                  </a:ext>
                </a:extLst>
              </p:cNvPr>
              <p:cNvSpPr/>
              <p:nvPr/>
            </p:nvSpPr>
            <p:spPr>
              <a:xfrm>
                <a:off x="2029225" y="1647928"/>
                <a:ext cx="158992" cy="453374"/>
              </a:xfrm>
              <a:prstGeom prst="downArrow">
                <a:avLst/>
              </a:prstGeom>
              <a:solidFill>
                <a:srgbClr val="EFEEE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0" name="箭头: 下 279">
                <a:extLst>
                  <a:ext uri="{FF2B5EF4-FFF2-40B4-BE49-F238E27FC236}">
                    <a16:creationId xmlns:a16="http://schemas.microsoft.com/office/drawing/2014/main" id="{5F8BFF72-0F2A-D4D1-F569-0DDFF49BEEE4}"/>
                  </a:ext>
                </a:extLst>
              </p:cNvPr>
              <p:cNvSpPr/>
              <p:nvPr/>
            </p:nvSpPr>
            <p:spPr>
              <a:xfrm>
                <a:off x="2029225" y="2749853"/>
                <a:ext cx="158992" cy="453374"/>
              </a:xfrm>
              <a:prstGeom prst="downArrow">
                <a:avLst/>
              </a:prstGeom>
              <a:solidFill>
                <a:srgbClr val="EFEEE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1" name="箭头: 下 280">
                <a:extLst>
                  <a:ext uri="{FF2B5EF4-FFF2-40B4-BE49-F238E27FC236}">
                    <a16:creationId xmlns:a16="http://schemas.microsoft.com/office/drawing/2014/main" id="{ECCDBAEA-AB51-3504-51C4-86C980C90A29}"/>
                  </a:ext>
                </a:extLst>
              </p:cNvPr>
              <p:cNvSpPr/>
              <p:nvPr/>
            </p:nvSpPr>
            <p:spPr>
              <a:xfrm>
                <a:off x="2029225" y="4310653"/>
                <a:ext cx="158992" cy="453374"/>
              </a:xfrm>
              <a:prstGeom prst="downArrow">
                <a:avLst/>
              </a:prstGeom>
              <a:solidFill>
                <a:srgbClr val="EFEEE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2" name="箭头: 下 281">
                <a:extLst>
                  <a:ext uri="{FF2B5EF4-FFF2-40B4-BE49-F238E27FC236}">
                    <a16:creationId xmlns:a16="http://schemas.microsoft.com/office/drawing/2014/main" id="{7BEBB21B-B50E-9D29-48EE-0E03ABE5832B}"/>
                  </a:ext>
                </a:extLst>
              </p:cNvPr>
              <p:cNvSpPr/>
              <p:nvPr/>
            </p:nvSpPr>
            <p:spPr>
              <a:xfrm>
                <a:off x="2029225" y="5391308"/>
                <a:ext cx="158992" cy="453374"/>
              </a:xfrm>
              <a:prstGeom prst="downArrow">
                <a:avLst/>
              </a:prstGeom>
              <a:solidFill>
                <a:srgbClr val="EFEEE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3" name="矩形 292">
                <a:extLst>
                  <a:ext uri="{FF2B5EF4-FFF2-40B4-BE49-F238E27FC236}">
                    <a16:creationId xmlns:a16="http://schemas.microsoft.com/office/drawing/2014/main" id="{4041A2E4-7254-4809-8DA1-866104E8AA5B}"/>
                  </a:ext>
                </a:extLst>
              </p:cNvPr>
              <p:cNvSpPr/>
              <p:nvPr/>
            </p:nvSpPr>
            <p:spPr>
              <a:xfrm rot="1800000">
                <a:off x="1256262" y="5281783"/>
                <a:ext cx="518302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96" name="直接箭头连接符 295">
                <a:extLst>
                  <a:ext uri="{FF2B5EF4-FFF2-40B4-BE49-F238E27FC236}">
                    <a16:creationId xmlns:a16="http://schemas.microsoft.com/office/drawing/2014/main" id="{1DDEAFB5-04F1-7B8A-E3F2-DC2F27D853C1}"/>
                  </a:ext>
                </a:extLst>
              </p:cNvPr>
              <p:cNvCxnSpPr/>
              <p:nvPr/>
            </p:nvCxnSpPr>
            <p:spPr>
              <a:xfrm>
                <a:off x="2168637" y="4842090"/>
                <a:ext cx="18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7" name="直接箭头连接符 296">
                <a:extLst>
                  <a:ext uri="{FF2B5EF4-FFF2-40B4-BE49-F238E27FC236}">
                    <a16:creationId xmlns:a16="http://schemas.microsoft.com/office/drawing/2014/main" id="{7A0C0B93-FE02-FC44-2BF0-3A2732B81E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05972" y="5335783"/>
                <a:ext cx="18493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EA8E691D-06DE-B11B-6AA3-F68CAC850B68}"/>
                </a:ext>
              </a:extLst>
            </p:cNvPr>
            <p:cNvGrpSpPr/>
            <p:nvPr/>
          </p:nvGrpSpPr>
          <p:grpSpPr>
            <a:xfrm>
              <a:off x="6201545" y="1156716"/>
              <a:ext cx="3617255" cy="5572774"/>
              <a:chOff x="291467" y="1149096"/>
              <a:chExt cx="3617255" cy="5572774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F7F3F507-B813-A9E0-714C-CC77BE9375EA}"/>
                  </a:ext>
                </a:extLst>
              </p:cNvPr>
              <p:cNvGrpSpPr/>
              <p:nvPr/>
            </p:nvGrpSpPr>
            <p:grpSpPr>
              <a:xfrm>
                <a:off x="308722" y="1149096"/>
                <a:ext cx="3600000" cy="359460"/>
                <a:chOff x="308722" y="1149096"/>
                <a:chExt cx="3600000" cy="359460"/>
              </a:xfrm>
            </p:grpSpPr>
            <p:sp>
              <p:nvSpPr>
                <p:cNvPr id="53" name="矩形 52">
                  <a:extLst>
                    <a:ext uri="{FF2B5EF4-FFF2-40B4-BE49-F238E27FC236}">
                      <a16:creationId xmlns:a16="http://schemas.microsoft.com/office/drawing/2014/main" id="{C1CB8B01-6745-ABD0-DFF1-6BE9FF90E98C}"/>
                    </a:ext>
                  </a:extLst>
                </p:cNvPr>
                <p:cNvSpPr/>
                <p:nvPr/>
              </p:nvSpPr>
              <p:spPr>
                <a:xfrm>
                  <a:off x="308722" y="1149096"/>
                  <a:ext cx="3600000" cy="108000"/>
                </a:xfrm>
                <a:prstGeom prst="rect">
                  <a:avLst/>
                </a:prstGeom>
                <a:solidFill>
                  <a:srgbClr val="E1DAC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4" name="矩形 53">
                  <a:extLst>
                    <a:ext uri="{FF2B5EF4-FFF2-40B4-BE49-F238E27FC236}">
                      <a16:creationId xmlns:a16="http://schemas.microsoft.com/office/drawing/2014/main" id="{7F08396B-8E8A-4C78-C1E0-A0932EF266E1}"/>
                    </a:ext>
                  </a:extLst>
                </p:cNvPr>
                <p:cNvSpPr/>
                <p:nvPr/>
              </p:nvSpPr>
              <p:spPr>
                <a:xfrm>
                  <a:off x="308722" y="1400556"/>
                  <a:ext cx="3600000" cy="108000"/>
                </a:xfrm>
                <a:prstGeom prst="rect">
                  <a:avLst/>
                </a:prstGeom>
                <a:solidFill>
                  <a:srgbClr val="E1DAC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64EFAB7E-69D0-DABC-9D07-07D9662FA3BD}"/>
                  </a:ext>
                </a:extLst>
              </p:cNvPr>
              <p:cNvGrpSpPr/>
              <p:nvPr/>
            </p:nvGrpSpPr>
            <p:grpSpPr>
              <a:xfrm>
                <a:off x="308722" y="5988142"/>
                <a:ext cx="3600000" cy="733728"/>
                <a:chOff x="308722" y="5988142"/>
                <a:chExt cx="3600000" cy="733728"/>
              </a:xfrm>
            </p:grpSpPr>
            <p:sp>
              <p:nvSpPr>
                <p:cNvPr id="48" name="矩形 47">
                  <a:extLst>
                    <a:ext uri="{FF2B5EF4-FFF2-40B4-BE49-F238E27FC236}">
                      <a16:creationId xmlns:a16="http://schemas.microsoft.com/office/drawing/2014/main" id="{F1D3A7D1-E4C9-AB27-E13A-6D482B8384E2}"/>
                    </a:ext>
                  </a:extLst>
                </p:cNvPr>
                <p:cNvSpPr/>
                <p:nvPr/>
              </p:nvSpPr>
              <p:spPr>
                <a:xfrm>
                  <a:off x="308722" y="6362410"/>
                  <a:ext cx="3600000" cy="108000"/>
                </a:xfrm>
                <a:prstGeom prst="rect">
                  <a:avLst/>
                </a:prstGeom>
                <a:solidFill>
                  <a:srgbClr val="E1DAC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9" name="矩形 48">
                  <a:extLst>
                    <a:ext uri="{FF2B5EF4-FFF2-40B4-BE49-F238E27FC236}">
                      <a16:creationId xmlns:a16="http://schemas.microsoft.com/office/drawing/2014/main" id="{894204B5-D979-23AD-28BA-B87C739BE6AA}"/>
                    </a:ext>
                  </a:extLst>
                </p:cNvPr>
                <p:cNvSpPr/>
                <p:nvPr/>
              </p:nvSpPr>
              <p:spPr>
                <a:xfrm>
                  <a:off x="1388722" y="6362410"/>
                  <a:ext cx="1440000" cy="108000"/>
                </a:xfrm>
                <a:prstGeom prst="rect">
                  <a:avLst/>
                </a:prstGeom>
                <a:solidFill>
                  <a:srgbClr val="B7836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0" name="矩形 49">
                  <a:extLst>
                    <a:ext uri="{FF2B5EF4-FFF2-40B4-BE49-F238E27FC236}">
                      <a16:creationId xmlns:a16="http://schemas.microsoft.com/office/drawing/2014/main" id="{B1A95730-DB71-FD25-B048-3B2BBA99C15B}"/>
                    </a:ext>
                  </a:extLst>
                </p:cNvPr>
                <p:cNvSpPr/>
                <p:nvPr/>
              </p:nvSpPr>
              <p:spPr>
                <a:xfrm>
                  <a:off x="308722" y="6613870"/>
                  <a:ext cx="3600000" cy="108000"/>
                </a:xfrm>
                <a:prstGeom prst="rect">
                  <a:avLst/>
                </a:prstGeom>
                <a:solidFill>
                  <a:srgbClr val="E1DAC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1" name="矩形 50">
                  <a:extLst>
                    <a:ext uri="{FF2B5EF4-FFF2-40B4-BE49-F238E27FC236}">
                      <a16:creationId xmlns:a16="http://schemas.microsoft.com/office/drawing/2014/main" id="{E2548C6D-5960-00BA-BB3A-750219071E8A}"/>
                    </a:ext>
                  </a:extLst>
                </p:cNvPr>
                <p:cNvSpPr/>
                <p:nvPr/>
              </p:nvSpPr>
              <p:spPr>
                <a:xfrm>
                  <a:off x="1388722" y="6613870"/>
                  <a:ext cx="1440000" cy="108000"/>
                </a:xfrm>
                <a:prstGeom prst="rect">
                  <a:avLst/>
                </a:prstGeom>
                <a:solidFill>
                  <a:srgbClr val="B7836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926C485C-7DAB-2448-0C38-0F8FD6A00CEE}"/>
                    </a:ext>
                  </a:extLst>
                </p:cNvPr>
                <p:cNvSpPr txBox="1"/>
                <p:nvPr/>
              </p:nvSpPr>
              <p:spPr>
                <a:xfrm>
                  <a:off x="1658817" y="5988142"/>
                  <a:ext cx="90281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110004020202020204"/>
                      <a:ea typeface="等线" panose="02010600030101010101" pitchFamily="2" charset="-122"/>
                      <a:cs typeface="+mn-cs"/>
                    </a:rPr>
                    <a:t>抗性基因</a:t>
                  </a:r>
                </a:p>
              </p:txBody>
            </p:sp>
          </p:grp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924E4E19-AAC3-E1E7-374D-4A75E857C7F9}"/>
                  </a:ext>
                </a:extLst>
              </p:cNvPr>
              <p:cNvSpPr/>
              <p:nvPr/>
            </p:nvSpPr>
            <p:spPr>
              <a:xfrm>
                <a:off x="291467" y="2228762"/>
                <a:ext cx="3600000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DA41B25D-976D-5DA9-D6D6-9C1BDAFCDB9C}"/>
                  </a:ext>
                </a:extLst>
              </p:cNvPr>
              <p:cNvSpPr/>
              <p:nvPr/>
            </p:nvSpPr>
            <p:spPr>
              <a:xfrm>
                <a:off x="291467" y="2480222"/>
                <a:ext cx="3600000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708C3664-C07E-B7DB-4ED1-8DE0E23A5406}"/>
                  </a:ext>
                </a:extLst>
              </p:cNvPr>
              <p:cNvSpPr/>
              <p:nvPr/>
            </p:nvSpPr>
            <p:spPr>
              <a:xfrm>
                <a:off x="1059538" y="3308428"/>
                <a:ext cx="1289099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CD62E54-8A92-B07C-B124-B6EA9F6CCF86}"/>
                  </a:ext>
                </a:extLst>
              </p:cNvPr>
              <p:cNvSpPr/>
              <p:nvPr/>
            </p:nvSpPr>
            <p:spPr>
              <a:xfrm>
                <a:off x="1388722" y="3308428"/>
                <a:ext cx="959915" cy="108000"/>
              </a:xfrm>
              <a:prstGeom prst="rect">
                <a:avLst/>
              </a:prstGeom>
              <a:solidFill>
                <a:srgbClr val="B7836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050125A2-C98A-1921-5FF9-D477E1F82595}"/>
                  </a:ext>
                </a:extLst>
              </p:cNvPr>
              <p:cNvGrpSpPr/>
              <p:nvPr/>
            </p:nvGrpSpPr>
            <p:grpSpPr>
              <a:xfrm>
                <a:off x="1145962" y="3414040"/>
                <a:ext cx="77079" cy="154332"/>
                <a:chOff x="8197215" y="2528221"/>
                <a:chExt cx="83820" cy="167830"/>
              </a:xfrm>
            </p:grpSpPr>
            <p:cxnSp>
              <p:nvCxnSpPr>
                <p:cNvPr id="46" name="直接连接符 45">
                  <a:extLst>
                    <a:ext uri="{FF2B5EF4-FFF2-40B4-BE49-F238E27FC236}">
                      <a16:creationId xmlns:a16="http://schemas.microsoft.com/office/drawing/2014/main" id="{6EBD21F7-20D6-BFBA-50FE-C23FEEA570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97215" y="2528221"/>
                  <a:ext cx="83820" cy="161925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接连接符 46">
                  <a:extLst>
                    <a:ext uri="{FF2B5EF4-FFF2-40B4-BE49-F238E27FC236}">
                      <a16:creationId xmlns:a16="http://schemas.microsoft.com/office/drawing/2014/main" id="{F6464F23-F81D-19C9-7288-4DBB2282FC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197215" y="2528221"/>
                  <a:ext cx="83820" cy="167830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0DE00C4-87C8-4758-DDF0-0792AE11AECF}"/>
                  </a:ext>
                </a:extLst>
              </p:cNvPr>
              <p:cNvSpPr/>
              <p:nvPr/>
            </p:nvSpPr>
            <p:spPr>
              <a:xfrm>
                <a:off x="1823225" y="4079776"/>
                <a:ext cx="1290991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19D6256F-9A4D-BD13-F3BD-4CECD03F8FEF}"/>
                  </a:ext>
                </a:extLst>
              </p:cNvPr>
              <p:cNvSpPr/>
              <p:nvPr/>
            </p:nvSpPr>
            <p:spPr>
              <a:xfrm>
                <a:off x="1823226" y="4079776"/>
                <a:ext cx="1005495" cy="108000"/>
              </a:xfrm>
              <a:prstGeom prst="rect">
                <a:avLst/>
              </a:prstGeom>
              <a:solidFill>
                <a:srgbClr val="B7836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5D08FC60-0E06-D6DA-0E5B-50B5DA500940}"/>
                  </a:ext>
                </a:extLst>
              </p:cNvPr>
              <p:cNvGrpSpPr/>
              <p:nvPr/>
            </p:nvGrpSpPr>
            <p:grpSpPr>
              <a:xfrm>
                <a:off x="2932930" y="3925444"/>
                <a:ext cx="77079" cy="154332"/>
                <a:chOff x="8197215" y="2528221"/>
                <a:chExt cx="83820" cy="167830"/>
              </a:xfrm>
            </p:grpSpPr>
            <p:cxnSp>
              <p:nvCxnSpPr>
                <p:cNvPr id="44" name="直接连接符 43">
                  <a:extLst>
                    <a:ext uri="{FF2B5EF4-FFF2-40B4-BE49-F238E27FC236}">
                      <a16:creationId xmlns:a16="http://schemas.microsoft.com/office/drawing/2014/main" id="{572BB264-F563-5DA0-EE19-732D32A843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97215" y="2528221"/>
                  <a:ext cx="83820" cy="161925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连接符 44">
                  <a:extLst>
                    <a:ext uri="{FF2B5EF4-FFF2-40B4-BE49-F238E27FC236}">
                      <a16:creationId xmlns:a16="http://schemas.microsoft.com/office/drawing/2014/main" id="{A6E9734A-47F3-B608-C82C-7E17A43947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197215" y="2528221"/>
                  <a:ext cx="83820" cy="167830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BD9D9583-E656-620C-52B4-E5344E5AC872}"/>
                  </a:ext>
                </a:extLst>
              </p:cNvPr>
              <p:cNvSpPr/>
              <p:nvPr/>
            </p:nvSpPr>
            <p:spPr>
              <a:xfrm>
                <a:off x="291467" y="3568372"/>
                <a:ext cx="3600000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A4307D2A-3F22-7B15-0D02-3889177185BC}"/>
                  </a:ext>
                </a:extLst>
              </p:cNvPr>
              <p:cNvSpPr/>
              <p:nvPr/>
            </p:nvSpPr>
            <p:spPr>
              <a:xfrm>
                <a:off x="291467" y="3819832"/>
                <a:ext cx="3600000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9F4B7C87-3BB8-89BD-6AB1-06EFFD7DAB74}"/>
                  </a:ext>
                </a:extLst>
              </p:cNvPr>
              <p:cNvSpPr/>
              <p:nvPr/>
            </p:nvSpPr>
            <p:spPr>
              <a:xfrm rot="1800000">
                <a:off x="2170152" y="4731707"/>
                <a:ext cx="733873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EDCE2019-CE36-D9C7-72ED-9B21394484B9}"/>
                  </a:ext>
                </a:extLst>
              </p:cNvPr>
              <p:cNvSpPr/>
              <p:nvPr/>
            </p:nvSpPr>
            <p:spPr>
              <a:xfrm>
                <a:off x="1059538" y="4907982"/>
                <a:ext cx="1289099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96181AAC-3AD4-9ED2-7B2B-9B8F1073D559}"/>
                  </a:ext>
                </a:extLst>
              </p:cNvPr>
              <p:cNvSpPr/>
              <p:nvPr/>
            </p:nvSpPr>
            <p:spPr>
              <a:xfrm>
                <a:off x="291468" y="4908476"/>
                <a:ext cx="1036090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29E2F1C7-6A78-4B15-3E71-9520191F81DC}"/>
                  </a:ext>
                </a:extLst>
              </p:cNvPr>
              <p:cNvSpPr/>
              <p:nvPr/>
            </p:nvSpPr>
            <p:spPr>
              <a:xfrm>
                <a:off x="1388722" y="4907982"/>
                <a:ext cx="959915" cy="108000"/>
              </a:xfrm>
              <a:prstGeom prst="rect">
                <a:avLst/>
              </a:prstGeom>
              <a:solidFill>
                <a:srgbClr val="B7836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D22487D2-31D7-805E-2242-3EDE01279674}"/>
                  </a:ext>
                </a:extLst>
              </p:cNvPr>
              <p:cNvSpPr/>
              <p:nvPr/>
            </p:nvSpPr>
            <p:spPr>
              <a:xfrm>
                <a:off x="2828721" y="4908476"/>
                <a:ext cx="1080001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3E8CCA06-CB27-00FF-3256-90F78BF9C796}"/>
                  </a:ext>
                </a:extLst>
              </p:cNvPr>
              <p:cNvSpPr/>
              <p:nvPr/>
            </p:nvSpPr>
            <p:spPr>
              <a:xfrm>
                <a:off x="2889887" y="5159937"/>
                <a:ext cx="1018835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4268495A-4B66-A979-6993-64EBCE18B654}"/>
                  </a:ext>
                </a:extLst>
              </p:cNvPr>
              <p:cNvSpPr/>
              <p:nvPr/>
            </p:nvSpPr>
            <p:spPr>
              <a:xfrm>
                <a:off x="291467" y="5159937"/>
                <a:ext cx="1018835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1CC71405-EAB6-14CE-0D30-AEEF2BEC5E63}"/>
                  </a:ext>
                </a:extLst>
              </p:cNvPr>
              <p:cNvSpPr/>
              <p:nvPr/>
            </p:nvSpPr>
            <p:spPr>
              <a:xfrm>
                <a:off x="308722" y="5159937"/>
                <a:ext cx="1018835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938EB7D7-8EEC-9E08-0F46-7804AE912353}"/>
                  </a:ext>
                </a:extLst>
              </p:cNvPr>
              <p:cNvSpPr/>
              <p:nvPr/>
            </p:nvSpPr>
            <p:spPr>
              <a:xfrm>
                <a:off x="1674217" y="5159937"/>
                <a:ext cx="1440000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7BF623D3-B56C-59AE-1EEC-2FB124E2D93E}"/>
                  </a:ext>
                </a:extLst>
              </p:cNvPr>
              <p:cNvSpPr/>
              <p:nvPr/>
            </p:nvSpPr>
            <p:spPr>
              <a:xfrm>
                <a:off x="1059538" y="5159937"/>
                <a:ext cx="1440000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187FD8D8-CE0A-5F15-6D3E-D0B69DF02BEF}"/>
                  </a:ext>
                </a:extLst>
              </p:cNvPr>
              <p:cNvSpPr/>
              <p:nvPr/>
            </p:nvSpPr>
            <p:spPr>
              <a:xfrm>
                <a:off x="1388722" y="5159937"/>
                <a:ext cx="1440000" cy="108000"/>
              </a:xfrm>
              <a:prstGeom prst="rect">
                <a:avLst/>
              </a:prstGeom>
              <a:solidFill>
                <a:srgbClr val="B7836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2C054C67-7ED5-57AF-7185-030D9311416B}"/>
                  </a:ext>
                </a:extLst>
              </p:cNvPr>
              <p:cNvSpPr/>
              <p:nvPr/>
            </p:nvSpPr>
            <p:spPr>
              <a:xfrm>
                <a:off x="1325887" y="5159937"/>
                <a:ext cx="480085" cy="10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7" name="箭头: 下 36">
                <a:extLst>
                  <a:ext uri="{FF2B5EF4-FFF2-40B4-BE49-F238E27FC236}">
                    <a16:creationId xmlns:a16="http://schemas.microsoft.com/office/drawing/2014/main" id="{E34D73F1-D357-6298-D92D-AC12A6C372A7}"/>
                  </a:ext>
                </a:extLst>
              </p:cNvPr>
              <p:cNvSpPr/>
              <p:nvPr/>
            </p:nvSpPr>
            <p:spPr>
              <a:xfrm>
                <a:off x="2029225" y="1647928"/>
                <a:ext cx="158992" cy="453374"/>
              </a:xfrm>
              <a:prstGeom prst="downArrow">
                <a:avLst/>
              </a:prstGeom>
              <a:solidFill>
                <a:srgbClr val="EFEEE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8" name="箭头: 下 37">
                <a:extLst>
                  <a:ext uri="{FF2B5EF4-FFF2-40B4-BE49-F238E27FC236}">
                    <a16:creationId xmlns:a16="http://schemas.microsoft.com/office/drawing/2014/main" id="{E4A71229-2917-562E-F68C-B95C99E67B41}"/>
                  </a:ext>
                </a:extLst>
              </p:cNvPr>
              <p:cNvSpPr/>
              <p:nvPr/>
            </p:nvSpPr>
            <p:spPr>
              <a:xfrm>
                <a:off x="2029225" y="2749853"/>
                <a:ext cx="158992" cy="453374"/>
              </a:xfrm>
              <a:prstGeom prst="downArrow">
                <a:avLst/>
              </a:prstGeom>
              <a:solidFill>
                <a:srgbClr val="EFEEE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9" name="箭头: 下 38">
                <a:extLst>
                  <a:ext uri="{FF2B5EF4-FFF2-40B4-BE49-F238E27FC236}">
                    <a16:creationId xmlns:a16="http://schemas.microsoft.com/office/drawing/2014/main" id="{0D063824-884D-8ABC-96F5-7DD204B58942}"/>
                  </a:ext>
                </a:extLst>
              </p:cNvPr>
              <p:cNvSpPr/>
              <p:nvPr/>
            </p:nvSpPr>
            <p:spPr>
              <a:xfrm>
                <a:off x="2029225" y="4310653"/>
                <a:ext cx="158992" cy="453374"/>
              </a:xfrm>
              <a:prstGeom prst="downArrow">
                <a:avLst/>
              </a:prstGeom>
              <a:solidFill>
                <a:srgbClr val="EFEEE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0" name="箭头: 下 39">
                <a:extLst>
                  <a:ext uri="{FF2B5EF4-FFF2-40B4-BE49-F238E27FC236}">
                    <a16:creationId xmlns:a16="http://schemas.microsoft.com/office/drawing/2014/main" id="{63B1FE2E-8CBA-FEE5-6A47-DF3DCB37342C}"/>
                  </a:ext>
                </a:extLst>
              </p:cNvPr>
              <p:cNvSpPr/>
              <p:nvPr/>
            </p:nvSpPr>
            <p:spPr>
              <a:xfrm>
                <a:off x="2029225" y="5391308"/>
                <a:ext cx="158992" cy="453374"/>
              </a:xfrm>
              <a:prstGeom prst="downArrow">
                <a:avLst/>
              </a:prstGeom>
              <a:solidFill>
                <a:srgbClr val="EFEEE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A140F1FD-B14C-3932-DD94-5FB0B57689BE}"/>
                  </a:ext>
                </a:extLst>
              </p:cNvPr>
              <p:cNvSpPr/>
              <p:nvPr/>
            </p:nvSpPr>
            <p:spPr>
              <a:xfrm rot="1800000">
                <a:off x="1235442" y="5359481"/>
                <a:ext cx="829097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cxnSp>
            <p:nvCxnSpPr>
              <p:cNvPr id="42" name="直接箭头连接符 41">
                <a:extLst>
                  <a:ext uri="{FF2B5EF4-FFF2-40B4-BE49-F238E27FC236}">
                    <a16:creationId xmlns:a16="http://schemas.microsoft.com/office/drawing/2014/main" id="{B6F51ECE-C843-FADE-5E65-2E59491BBB7A}"/>
                  </a:ext>
                </a:extLst>
              </p:cNvPr>
              <p:cNvCxnSpPr/>
              <p:nvPr/>
            </p:nvCxnSpPr>
            <p:spPr>
              <a:xfrm>
                <a:off x="2168637" y="4842090"/>
                <a:ext cx="18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>
                <a:extLst>
                  <a:ext uri="{FF2B5EF4-FFF2-40B4-BE49-F238E27FC236}">
                    <a16:creationId xmlns:a16="http://schemas.microsoft.com/office/drawing/2014/main" id="{C0718770-FAC4-D999-BAFD-6D810DBE27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05972" y="5335783"/>
                <a:ext cx="18493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387554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63D39-21D3-E1C3-8FCC-B158F37AC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D4EE0AB-34EA-495C-73E3-4992295F4392}"/>
              </a:ext>
            </a:extLst>
          </p:cNvPr>
          <p:cNvSpPr/>
          <p:nvPr/>
        </p:nvSpPr>
        <p:spPr>
          <a:xfrm>
            <a:off x="0" y="-1"/>
            <a:ext cx="12192000" cy="540000"/>
          </a:xfrm>
          <a:prstGeom prst="rect">
            <a:avLst/>
          </a:prstGeom>
          <a:solidFill>
            <a:srgbClr val="E1DA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41413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2.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41413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项目进展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84B044B-6C59-7474-9BBF-4EF5E2B62FE1}"/>
              </a:ext>
            </a:extLst>
          </p:cNvPr>
          <p:cNvSpPr txBox="1"/>
          <p:nvPr/>
        </p:nvSpPr>
        <p:spPr>
          <a:xfrm>
            <a:off x="0" y="540000"/>
            <a:ext cx="6143222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2.3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问题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-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敲除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141413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E3C3042-1254-205B-0853-08058824D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98787"/>
            <a:ext cx="5314724" cy="1077149"/>
          </a:xfrm>
          <a:prstGeom prst="rect">
            <a:avLst/>
          </a:prstGeom>
        </p:spPr>
      </p:pic>
      <p:grpSp>
        <p:nvGrpSpPr>
          <p:cNvPr id="60" name="组合 59">
            <a:extLst>
              <a:ext uri="{FF2B5EF4-FFF2-40B4-BE49-F238E27FC236}">
                <a16:creationId xmlns:a16="http://schemas.microsoft.com/office/drawing/2014/main" id="{CCA8995D-8162-C9BF-7881-21050AC8D5F8}"/>
              </a:ext>
            </a:extLst>
          </p:cNvPr>
          <p:cNvGrpSpPr/>
          <p:nvPr/>
        </p:nvGrpSpPr>
        <p:grpSpPr>
          <a:xfrm>
            <a:off x="1111545" y="1143366"/>
            <a:ext cx="7516680" cy="5542857"/>
            <a:chOff x="1111545" y="1143366"/>
            <a:chExt cx="7516680" cy="5542857"/>
          </a:xfrm>
        </p:grpSpPr>
        <p:grpSp>
          <p:nvGrpSpPr>
            <p:cNvPr id="290" name="组合 289">
              <a:extLst>
                <a:ext uri="{FF2B5EF4-FFF2-40B4-BE49-F238E27FC236}">
                  <a16:creationId xmlns:a16="http://schemas.microsoft.com/office/drawing/2014/main" id="{29E7F905-F39D-DE4E-5388-D6A556242614}"/>
                </a:ext>
              </a:extLst>
            </p:cNvPr>
            <p:cNvGrpSpPr/>
            <p:nvPr/>
          </p:nvGrpSpPr>
          <p:grpSpPr>
            <a:xfrm>
              <a:off x="1111545" y="1143366"/>
              <a:ext cx="3600000" cy="5542857"/>
              <a:chOff x="5470185" y="1143366"/>
              <a:chExt cx="3600000" cy="5542857"/>
            </a:xfrm>
          </p:grpSpPr>
          <p:grpSp>
            <p:nvGrpSpPr>
              <p:cNvPr id="267" name="组合 266">
                <a:extLst>
                  <a:ext uri="{FF2B5EF4-FFF2-40B4-BE49-F238E27FC236}">
                    <a16:creationId xmlns:a16="http://schemas.microsoft.com/office/drawing/2014/main" id="{03BD4570-59F7-AB47-FF84-C9AEF53EE9B1}"/>
                  </a:ext>
                </a:extLst>
              </p:cNvPr>
              <p:cNvGrpSpPr/>
              <p:nvPr/>
            </p:nvGrpSpPr>
            <p:grpSpPr>
              <a:xfrm>
                <a:off x="6238256" y="6042999"/>
                <a:ext cx="1289100" cy="643224"/>
                <a:chOff x="8905129" y="6042999"/>
                <a:chExt cx="1289100" cy="643224"/>
              </a:xfrm>
            </p:grpSpPr>
            <p:sp>
              <p:nvSpPr>
                <p:cNvPr id="230" name="矩形 229">
                  <a:extLst>
                    <a:ext uri="{FF2B5EF4-FFF2-40B4-BE49-F238E27FC236}">
                      <a16:creationId xmlns:a16="http://schemas.microsoft.com/office/drawing/2014/main" id="{6B3BA35F-41E8-4F67-F1C0-F16844F0E176}"/>
                    </a:ext>
                  </a:extLst>
                </p:cNvPr>
                <p:cNvSpPr/>
                <p:nvPr/>
              </p:nvSpPr>
              <p:spPr>
                <a:xfrm>
                  <a:off x="9231381" y="6310611"/>
                  <a:ext cx="962848" cy="108000"/>
                </a:xfrm>
                <a:prstGeom prst="rect">
                  <a:avLst/>
                </a:prstGeom>
                <a:solidFill>
                  <a:srgbClr val="B7836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31" name="矩形 230">
                  <a:extLst>
                    <a:ext uri="{FF2B5EF4-FFF2-40B4-BE49-F238E27FC236}">
                      <a16:creationId xmlns:a16="http://schemas.microsoft.com/office/drawing/2014/main" id="{8A8AF5CB-6640-7E87-62F4-E6D3D3F5C566}"/>
                    </a:ext>
                  </a:extLst>
                </p:cNvPr>
                <p:cNvSpPr/>
                <p:nvPr/>
              </p:nvSpPr>
              <p:spPr>
                <a:xfrm>
                  <a:off x="8905129" y="6310611"/>
                  <a:ext cx="326251" cy="108000"/>
                </a:xfrm>
                <a:prstGeom prst="rect">
                  <a:avLst/>
                </a:prstGeom>
                <a:solidFill>
                  <a:srgbClr val="E1DAC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34" name="矩形 233">
                  <a:extLst>
                    <a:ext uri="{FF2B5EF4-FFF2-40B4-BE49-F238E27FC236}">
                      <a16:creationId xmlns:a16="http://schemas.microsoft.com/office/drawing/2014/main" id="{01AA7D71-E2E7-9727-F5B7-CA655DDF6411}"/>
                    </a:ext>
                  </a:extLst>
                </p:cNvPr>
                <p:cNvSpPr/>
                <p:nvPr/>
              </p:nvSpPr>
              <p:spPr>
                <a:xfrm>
                  <a:off x="9231381" y="6042999"/>
                  <a:ext cx="962848" cy="108000"/>
                </a:xfrm>
                <a:prstGeom prst="rect">
                  <a:avLst/>
                </a:prstGeom>
                <a:solidFill>
                  <a:srgbClr val="B7836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35" name="矩形 234">
                  <a:extLst>
                    <a:ext uri="{FF2B5EF4-FFF2-40B4-BE49-F238E27FC236}">
                      <a16:creationId xmlns:a16="http://schemas.microsoft.com/office/drawing/2014/main" id="{9E882267-784D-37E6-9E11-301D555ED830}"/>
                    </a:ext>
                  </a:extLst>
                </p:cNvPr>
                <p:cNvSpPr/>
                <p:nvPr/>
              </p:nvSpPr>
              <p:spPr>
                <a:xfrm>
                  <a:off x="8905129" y="6042999"/>
                  <a:ext cx="326251" cy="108000"/>
                </a:xfrm>
                <a:prstGeom prst="rect">
                  <a:avLst/>
                </a:prstGeom>
                <a:solidFill>
                  <a:srgbClr val="E1DAC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36" name="矩形 235">
                  <a:extLst>
                    <a:ext uri="{FF2B5EF4-FFF2-40B4-BE49-F238E27FC236}">
                      <a16:creationId xmlns:a16="http://schemas.microsoft.com/office/drawing/2014/main" id="{39EF6134-61DC-69B4-C961-3008AB7929D8}"/>
                    </a:ext>
                  </a:extLst>
                </p:cNvPr>
                <p:cNvSpPr/>
                <p:nvPr/>
              </p:nvSpPr>
              <p:spPr>
                <a:xfrm>
                  <a:off x="9231381" y="6578223"/>
                  <a:ext cx="962848" cy="108000"/>
                </a:xfrm>
                <a:prstGeom prst="rect">
                  <a:avLst/>
                </a:prstGeom>
                <a:solidFill>
                  <a:srgbClr val="B7836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37" name="矩形 236">
                  <a:extLst>
                    <a:ext uri="{FF2B5EF4-FFF2-40B4-BE49-F238E27FC236}">
                      <a16:creationId xmlns:a16="http://schemas.microsoft.com/office/drawing/2014/main" id="{B90636CA-ECF8-FE7B-EF3E-94D2087B97A3}"/>
                    </a:ext>
                  </a:extLst>
                </p:cNvPr>
                <p:cNvSpPr/>
                <p:nvPr/>
              </p:nvSpPr>
              <p:spPr>
                <a:xfrm>
                  <a:off x="8905129" y="6578223"/>
                  <a:ext cx="326251" cy="108000"/>
                </a:xfrm>
                <a:prstGeom prst="rect">
                  <a:avLst/>
                </a:prstGeom>
                <a:solidFill>
                  <a:srgbClr val="E1DAC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65" name="组合 264">
                <a:extLst>
                  <a:ext uri="{FF2B5EF4-FFF2-40B4-BE49-F238E27FC236}">
                    <a16:creationId xmlns:a16="http://schemas.microsoft.com/office/drawing/2014/main" id="{F2E02110-FF0A-F53C-4B96-A650D9418D42}"/>
                  </a:ext>
                </a:extLst>
              </p:cNvPr>
              <p:cNvGrpSpPr/>
              <p:nvPr/>
            </p:nvGrpSpPr>
            <p:grpSpPr>
              <a:xfrm>
                <a:off x="6238256" y="4315435"/>
                <a:ext cx="1766252" cy="108000"/>
                <a:chOff x="8905129" y="4552015"/>
                <a:chExt cx="1766252" cy="108000"/>
              </a:xfrm>
            </p:grpSpPr>
            <p:sp>
              <p:nvSpPr>
                <p:cNvPr id="238" name="矩形 237">
                  <a:extLst>
                    <a:ext uri="{FF2B5EF4-FFF2-40B4-BE49-F238E27FC236}">
                      <a16:creationId xmlns:a16="http://schemas.microsoft.com/office/drawing/2014/main" id="{E5258A24-0D90-18BF-8293-2410A3A07968}"/>
                    </a:ext>
                  </a:extLst>
                </p:cNvPr>
                <p:cNvSpPr/>
                <p:nvPr/>
              </p:nvSpPr>
              <p:spPr>
                <a:xfrm>
                  <a:off x="9222741" y="4552015"/>
                  <a:ext cx="1448640" cy="108000"/>
                </a:xfrm>
                <a:prstGeom prst="rect">
                  <a:avLst/>
                </a:prstGeom>
                <a:solidFill>
                  <a:srgbClr val="B7836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39" name="矩形 238">
                  <a:extLst>
                    <a:ext uri="{FF2B5EF4-FFF2-40B4-BE49-F238E27FC236}">
                      <a16:creationId xmlns:a16="http://schemas.microsoft.com/office/drawing/2014/main" id="{6D66B3EA-ABEE-41BA-675A-246284470E95}"/>
                    </a:ext>
                  </a:extLst>
                </p:cNvPr>
                <p:cNvSpPr/>
                <p:nvPr/>
              </p:nvSpPr>
              <p:spPr>
                <a:xfrm>
                  <a:off x="8905129" y="4552015"/>
                  <a:ext cx="326251" cy="108000"/>
                </a:xfrm>
                <a:prstGeom prst="rect">
                  <a:avLst/>
                </a:prstGeom>
                <a:solidFill>
                  <a:srgbClr val="E1DAC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63" name="组合 262">
                <a:extLst>
                  <a:ext uri="{FF2B5EF4-FFF2-40B4-BE49-F238E27FC236}">
                    <a16:creationId xmlns:a16="http://schemas.microsoft.com/office/drawing/2014/main" id="{A12F8523-209D-85BE-24FC-65547441A9F4}"/>
                  </a:ext>
                </a:extLst>
              </p:cNvPr>
              <p:cNvGrpSpPr/>
              <p:nvPr/>
            </p:nvGrpSpPr>
            <p:grpSpPr>
              <a:xfrm>
                <a:off x="6238256" y="2177300"/>
                <a:ext cx="386052" cy="547687"/>
                <a:chOff x="8905129" y="1805615"/>
                <a:chExt cx="386052" cy="547687"/>
              </a:xfrm>
            </p:grpSpPr>
            <p:grpSp>
              <p:nvGrpSpPr>
                <p:cNvPr id="244" name="组合 243">
                  <a:extLst>
                    <a:ext uri="{FF2B5EF4-FFF2-40B4-BE49-F238E27FC236}">
                      <a16:creationId xmlns:a16="http://schemas.microsoft.com/office/drawing/2014/main" id="{259923AE-5D5A-C570-A704-AB83CB3F35CB}"/>
                    </a:ext>
                  </a:extLst>
                </p:cNvPr>
                <p:cNvGrpSpPr/>
                <p:nvPr/>
              </p:nvGrpSpPr>
              <p:grpSpPr>
                <a:xfrm>
                  <a:off x="8905129" y="2245302"/>
                  <a:ext cx="386052" cy="108000"/>
                  <a:chOff x="8905129" y="2959279"/>
                  <a:chExt cx="386052" cy="108000"/>
                </a:xfrm>
              </p:grpSpPr>
              <p:sp>
                <p:nvSpPr>
                  <p:cNvPr id="242" name="矩形 241">
                    <a:extLst>
                      <a:ext uri="{FF2B5EF4-FFF2-40B4-BE49-F238E27FC236}">
                        <a16:creationId xmlns:a16="http://schemas.microsoft.com/office/drawing/2014/main" id="{350093D0-FBF7-A1F9-49EA-EF5BBFE857DD}"/>
                      </a:ext>
                    </a:extLst>
                  </p:cNvPr>
                  <p:cNvSpPr/>
                  <p:nvPr/>
                </p:nvSpPr>
                <p:spPr>
                  <a:xfrm>
                    <a:off x="8905129" y="2959279"/>
                    <a:ext cx="326251" cy="108000"/>
                  </a:xfrm>
                  <a:prstGeom prst="rect">
                    <a:avLst/>
                  </a:prstGeom>
                  <a:solidFill>
                    <a:srgbClr val="E1DACD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11000402020202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43" name="矩形 242">
                    <a:extLst>
                      <a:ext uri="{FF2B5EF4-FFF2-40B4-BE49-F238E27FC236}">
                        <a16:creationId xmlns:a16="http://schemas.microsoft.com/office/drawing/2014/main" id="{D2AC6060-B68E-E091-6159-D3B0671AF586}"/>
                      </a:ext>
                    </a:extLst>
                  </p:cNvPr>
                  <p:cNvSpPr/>
                  <p:nvPr/>
                </p:nvSpPr>
                <p:spPr>
                  <a:xfrm>
                    <a:off x="9231380" y="2959279"/>
                    <a:ext cx="59801" cy="108000"/>
                  </a:xfrm>
                  <a:prstGeom prst="rect">
                    <a:avLst/>
                  </a:prstGeom>
                  <a:solidFill>
                    <a:srgbClr val="B7836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11000402020202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245" name="组合 244">
                  <a:extLst>
                    <a:ext uri="{FF2B5EF4-FFF2-40B4-BE49-F238E27FC236}">
                      <a16:creationId xmlns:a16="http://schemas.microsoft.com/office/drawing/2014/main" id="{C9E41C9F-1105-578F-04AD-13096ED87A15}"/>
                    </a:ext>
                  </a:extLst>
                </p:cNvPr>
                <p:cNvGrpSpPr/>
                <p:nvPr/>
              </p:nvGrpSpPr>
              <p:grpSpPr>
                <a:xfrm>
                  <a:off x="8905129" y="2034228"/>
                  <a:ext cx="386052" cy="108000"/>
                  <a:chOff x="8905129" y="2959279"/>
                  <a:chExt cx="386052" cy="108000"/>
                </a:xfrm>
              </p:grpSpPr>
              <p:sp>
                <p:nvSpPr>
                  <p:cNvPr id="246" name="矩形 245">
                    <a:extLst>
                      <a:ext uri="{FF2B5EF4-FFF2-40B4-BE49-F238E27FC236}">
                        <a16:creationId xmlns:a16="http://schemas.microsoft.com/office/drawing/2014/main" id="{890E7DFF-DEB6-3F5A-055B-076D7AEEE734}"/>
                      </a:ext>
                    </a:extLst>
                  </p:cNvPr>
                  <p:cNvSpPr/>
                  <p:nvPr/>
                </p:nvSpPr>
                <p:spPr>
                  <a:xfrm>
                    <a:off x="8905129" y="2959279"/>
                    <a:ext cx="326251" cy="108000"/>
                  </a:xfrm>
                  <a:prstGeom prst="rect">
                    <a:avLst/>
                  </a:prstGeom>
                  <a:solidFill>
                    <a:srgbClr val="E1DACD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11000402020202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47" name="矩形 246">
                    <a:extLst>
                      <a:ext uri="{FF2B5EF4-FFF2-40B4-BE49-F238E27FC236}">
                        <a16:creationId xmlns:a16="http://schemas.microsoft.com/office/drawing/2014/main" id="{1949EFE5-B472-B792-BF98-4BDA91737BCD}"/>
                      </a:ext>
                    </a:extLst>
                  </p:cNvPr>
                  <p:cNvSpPr/>
                  <p:nvPr/>
                </p:nvSpPr>
                <p:spPr>
                  <a:xfrm>
                    <a:off x="9231380" y="2959279"/>
                    <a:ext cx="59801" cy="108000"/>
                  </a:xfrm>
                  <a:prstGeom prst="rect">
                    <a:avLst/>
                  </a:prstGeom>
                  <a:solidFill>
                    <a:srgbClr val="B7836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11000402020202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248" name="组合 247">
                  <a:extLst>
                    <a:ext uri="{FF2B5EF4-FFF2-40B4-BE49-F238E27FC236}">
                      <a16:creationId xmlns:a16="http://schemas.microsoft.com/office/drawing/2014/main" id="{8A5A0D11-F42E-F606-7604-E6CCD1706F34}"/>
                    </a:ext>
                  </a:extLst>
                </p:cNvPr>
                <p:cNvGrpSpPr/>
                <p:nvPr/>
              </p:nvGrpSpPr>
              <p:grpSpPr>
                <a:xfrm>
                  <a:off x="8905129" y="1805615"/>
                  <a:ext cx="386052" cy="108000"/>
                  <a:chOff x="8905129" y="2959279"/>
                  <a:chExt cx="386052" cy="108000"/>
                </a:xfrm>
              </p:grpSpPr>
              <p:sp>
                <p:nvSpPr>
                  <p:cNvPr id="249" name="矩形 248">
                    <a:extLst>
                      <a:ext uri="{FF2B5EF4-FFF2-40B4-BE49-F238E27FC236}">
                        <a16:creationId xmlns:a16="http://schemas.microsoft.com/office/drawing/2014/main" id="{81D7B225-0082-62C9-65F4-F765852A30C9}"/>
                      </a:ext>
                    </a:extLst>
                  </p:cNvPr>
                  <p:cNvSpPr/>
                  <p:nvPr/>
                </p:nvSpPr>
                <p:spPr>
                  <a:xfrm>
                    <a:off x="8905129" y="2959279"/>
                    <a:ext cx="326251" cy="108000"/>
                  </a:xfrm>
                  <a:prstGeom prst="rect">
                    <a:avLst/>
                  </a:prstGeom>
                  <a:solidFill>
                    <a:srgbClr val="E1DACD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11000402020202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50" name="矩形 249">
                    <a:extLst>
                      <a:ext uri="{FF2B5EF4-FFF2-40B4-BE49-F238E27FC236}">
                        <a16:creationId xmlns:a16="http://schemas.microsoft.com/office/drawing/2014/main" id="{BCF35A5B-48B8-5428-1694-A55A590C5A81}"/>
                      </a:ext>
                    </a:extLst>
                  </p:cNvPr>
                  <p:cNvSpPr/>
                  <p:nvPr/>
                </p:nvSpPr>
                <p:spPr>
                  <a:xfrm>
                    <a:off x="9231380" y="2959279"/>
                    <a:ext cx="59801" cy="108000"/>
                  </a:xfrm>
                  <a:prstGeom prst="rect">
                    <a:avLst/>
                  </a:prstGeom>
                  <a:solidFill>
                    <a:srgbClr val="B7836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11000402020202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62" name="组合 261">
                <a:extLst>
                  <a:ext uri="{FF2B5EF4-FFF2-40B4-BE49-F238E27FC236}">
                    <a16:creationId xmlns:a16="http://schemas.microsoft.com/office/drawing/2014/main" id="{BEE4B16F-72B3-6D11-C69D-6144F933C001}"/>
                  </a:ext>
                </a:extLst>
              </p:cNvPr>
              <p:cNvGrpSpPr/>
              <p:nvPr/>
            </p:nvGrpSpPr>
            <p:grpSpPr>
              <a:xfrm>
                <a:off x="6238256" y="3332405"/>
                <a:ext cx="1766251" cy="375612"/>
                <a:chOff x="8905129" y="3079966"/>
                <a:chExt cx="1766251" cy="375612"/>
              </a:xfrm>
            </p:grpSpPr>
            <p:sp>
              <p:nvSpPr>
                <p:cNvPr id="212" name="矩形 211">
                  <a:extLst>
                    <a:ext uri="{FF2B5EF4-FFF2-40B4-BE49-F238E27FC236}">
                      <a16:creationId xmlns:a16="http://schemas.microsoft.com/office/drawing/2014/main" id="{8D8FC456-8039-E134-D7BD-4D870046B9CC}"/>
                    </a:ext>
                  </a:extLst>
                </p:cNvPr>
                <p:cNvSpPr/>
                <p:nvPr/>
              </p:nvSpPr>
              <p:spPr>
                <a:xfrm>
                  <a:off x="8905129" y="3079966"/>
                  <a:ext cx="326251" cy="108000"/>
                </a:xfrm>
                <a:prstGeom prst="rect">
                  <a:avLst/>
                </a:prstGeom>
                <a:solidFill>
                  <a:srgbClr val="E1DAC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14" name="矩形 213">
                  <a:extLst>
                    <a:ext uri="{FF2B5EF4-FFF2-40B4-BE49-F238E27FC236}">
                      <a16:creationId xmlns:a16="http://schemas.microsoft.com/office/drawing/2014/main" id="{1AE1C030-C591-73E0-351C-F44A00825A40}"/>
                    </a:ext>
                  </a:extLst>
                </p:cNvPr>
                <p:cNvSpPr/>
                <p:nvPr/>
              </p:nvSpPr>
              <p:spPr>
                <a:xfrm>
                  <a:off x="9231380" y="3079966"/>
                  <a:ext cx="59801" cy="108000"/>
                </a:xfrm>
                <a:prstGeom prst="rect">
                  <a:avLst/>
                </a:prstGeom>
                <a:solidFill>
                  <a:srgbClr val="B7836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  <p:grpSp>
              <p:nvGrpSpPr>
                <p:cNvPr id="219" name="组合 218">
                  <a:extLst>
                    <a:ext uri="{FF2B5EF4-FFF2-40B4-BE49-F238E27FC236}">
                      <a16:creationId xmlns:a16="http://schemas.microsoft.com/office/drawing/2014/main" id="{2579B759-65A9-0574-8B2D-9E27C2598A3D}"/>
                    </a:ext>
                  </a:extLst>
                </p:cNvPr>
                <p:cNvGrpSpPr/>
                <p:nvPr/>
              </p:nvGrpSpPr>
              <p:grpSpPr>
                <a:xfrm>
                  <a:off x="9222740" y="3190606"/>
                  <a:ext cx="77079" cy="154332"/>
                  <a:chOff x="8197215" y="2528221"/>
                  <a:chExt cx="83820" cy="167830"/>
                </a:xfrm>
              </p:grpSpPr>
              <p:cxnSp>
                <p:nvCxnSpPr>
                  <p:cNvPr id="220" name="直接连接符 219">
                    <a:extLst>
                      <a:ext uri="{FF2B5EF4-FFF2-40B4-BE49-F238E27FC236}">
                        <a16:creationId xmlns:a16="http://schemas.microsoft.com/office/drawing/2014/main" id="{ED0E7B53-568D-95CD-F50A-D0532388687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197215" y="2528221"/>
                    <a:ext cx="83820" cy="161925"/>
                  </a:xfrm>
                  <a:prstGeom prst="line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1" name="直接连接符 220">
                    <a:extLst>
                      <a:ext uri="{FF2B5EF4-FFF2-40B4-BE49-F238E27FC236}">
                        <a16:creationId xmlns:a16="http://schemas.microsoft.com/office/drawing/2014/main" id="{B78C6F38-A1B0-E9A6-4B22-6AE94387B7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197215" y="2528221"/>
                    <a:ext cx="83820" cy="167830"/>
                  </a:xfrm>
                  <a:prstGeom prst="line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51" name="矩形 250">
                  <a:extLst>
                    <a:ext uri="{FF2B5EF4-FFF2-40B4-BE49-F238E27FC236}">
                      <a16:creationId xmlns:a16="http://schemas.microsoft.com/office/drawing/2014/main" id="{E3A02505-2B1C-07FE-581F-BAD62C2559D9}"/>
                    </a:ext>
                  </a:extLst>
                </p:cNvPr>
                <p:cNvSpPr/>
                <p:nvPr/>
              </p:nvSpPr>
              <p:spPr>
                <a:xfrm>
                  <a:off x="9231380" y="3347578"/>
                  <a:ext cx="1440000" cy="108000"/>
                </a:xfrm>
                <a:prstGeom prst="rect">
                  <a:avLst/>
                </a:prstGeom>
                <a:solidFill>
                  <a:srgbClr val="B7836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64" name="组合 263">
                <a:extLst>
                  <a:ext uri="{FF2B5EF4-FFF2-40B4-BE49-F238E27FC236}">
                    <a16:creationId xmlns:a16="http://schemas.microsoft.com/office/drawing/2014/main" id="{B4049AEB-3B22-B3E1-13C2-782C1E961066}"/>
                  </a:ext>
                </a:extLst>
              </p:cNvPr>
              <p:cNvGrpSpPr/>
              <p:nvPr/>
            </p:nvGrpSpPr>
            <p:grpSpPr>
              <a:xfrm>
                <a:off x="5470185" y="1143366"/>
                <a:ext cx="3600000" cy="426516"/>
                <a:chOff x="8137058" y="830580"/>
                <a:chExt cx="3600000" cy="426516"/>
              </a:xfrm>
            </p:grpSpPr>
            <p:sp>
              <p:nvSpPr>
                <p:cNvPr id="194" name="矩形 193">
                  <a:extLst>
                    <a:ext uri="{FF2B5EF4-FFF2-40B4-BE49-F238E27FC236}">
                      <a16:creationId xmlns:a16="http://schemas.microsoft.com/office/drawing/2014/main" id="{F5BB4591-8179-AEDA-76CA-444C69B1C2F8}"/>
                    </a:ext>
                  </a:extLst>
                </p:cNvPr>
                <p:cNvSpPr/>
                <p:nvPr/>
              </p:nvSpPr>
              <p:spPr>
                <a:xfrm>
                  <a:off x="8137058" y="1149096"/>
                  <a:ext cx="3600000" cy="108000"/>
                </a:xfrm>
                <a:prstGeom prst="rect">
                  <a:avLst/>
                </a:prstGeom>
                <a:solidFill>
                  <a:srgbClr val="E1DAC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96" name="矩形 195">
                  <a:extLst>
                    <a:ext uri="{FF2B5EF4-FFF2-40B4-BE49-F238E27FC236}">
                      <a16:creationId xmlns:a16="http://schemas.microsoft.com/office/drawing/2014/main" id="{4661AC57-3777-461A-0635-6F872932EA64}"/>
                    </a:ext>
                  </a:extLst>
                </p:cNvPr>
                <p:cNvSpPr/>
                <p:nvPr/>
              </p:nvSpPr>
              <p:spPr>
                <a:xfrm>
                  <a:off x="8905129" y="889152"/>
                  <a:ext cx="59801" cy="108000"/>
                </a:xfrm>
                <a:prstGeom prst="rect">
                  <a:avLst/>
                </a:prstGeom>
                <a:solidFill>
                  <a:srgbClr val="E1DAC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03" name="矩形 202">
                  <a:extLst>
                    <a:ext uri="{FF2B5EF4-FFF2-40B4-BE49-F238E27FC236}">
                      <a16:creationId xmlns:a16="http://schemas.microsoft.com/office/drawing/2014/main" id="{7250A548-52A1-087C-9F2C-3B53A972AA07}"/>
                    </a:ext>
                  </a:extLst>
                </p:cNvPr>
                <p:cNvSpPr/>
                <p:nvPr/>
              </p:nvSpPr>
              <p:spPr>
                <a:xfrm>
                  <a:off x="9174512" y="889152"/>
                  <a:ext cx="59801" cy="108000"/>
                </a:xfrm>
                <a:prstGeom prst="rect">
                  <a:avLst/>
                </a:prstGeom>
                <a:solidFill>
                  <a:srgbClr val="E1DAC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04" name="矩形 203">
                  <a:extLst>
                    <a:ext uri="{FF2B5EF4-FFF2-40B4-BE49-F238E27FC236}">
                      <a16:creationId xmlns:a16="http://schemas.microsoft.com/office/drawing/2014/main" id="{C34DE7A3-BF47-3888-994C-73496C6EA53B}"/>
                    </a:ext>
                  </a:extLst>
                </p:cNvPr>
                <p:cNvSpPr/>
                <p:nvPr/>
              </p:nvSpPr>
              <p:spPr>
                <a:xfrm>
                  <a:off x="9231380" y="889152"/>
                  <a:ext cx="59801" cy="108000"/>
                </a:xfrm>
                <a:prstGeom prst="rect">
                  <a:avLst/>
                </a:prstGeom>
                <a:solidFill>
                  <a:srgbClr val="B7836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  <p:cxnSp>
              <p:nvCxnSpPr>
                <p:cNvPr id="255" name="直接箭头连接符 254">
                  <a:extLst>
                    <a:ext uri="{FF2B5EF4-FFF2-40B4-BE49-F238E27FC236}">
                      <a16:creationId xmlns:a16="http://schemas.microsoft.com/office/drawing/2014/main" id="{70A45D11-97DE-19AB-3383-885B0799967B}"/>
                    </a:ext>
                  </a:extLst>
                </p:cNvPr>
                <p:cNvCxnSpPr/>
                <p:nvPr/>
              </p:nvCxnSpPr>
              <p:spPr>
                <a:xfrm>
                  <a:off x="8905128" y="830580"/>
                  <a:ext cx="180000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直接箭头连接符 255">
                  <a:extLst>
                    <a:ext uri="{FF2B5EF4-FFF2-40B4-BE49-F238E27FC236}">
                      <a16:creationId xmlns:a16="http://schemas.microsoft.com/office/drawing/2014/main" id="{4A74B52F-2D1C-6C3F-B2CA-EA24769863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111181" y="1055370"/>
                  <a:ext cx="180000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6" name="组合 265">
                <a:extLst>
                  <a:ext uri="{FF2B5EF4-FFF2-40B4-BE49-F238E27FC236}">
                    <a16:creationId xmlns:a16="http://schemas.microsoft.com/office/drawing/2014/main" id="{FCD3D70F-F53B-D792-4094-CA35000AA238}"/>
                  </a:ext>
                </a:extLst>
              </p:cNvPr>
              <p:cNvGrpSpPr/>
              <p:nvPr/>
            </p:nvGrpSpPr>
            <p:grpSpPr>
              <a:xfrm>
                <a:off x="6238255" y="5030853"/>
                <a:ext cx="1766253" cy="404729"/>
                <a:chOff x="8905128" y="5026660"/>
                <a:chExt cx="1766253" cy="404729"/>
              </a:xfrm>
            </p:grpSpPr>
            <p:sp>
              <p:nvSpPr>
                <p:cNvPr id="222" name="矩形 221">
                  <a:extLst>
                    <a:ext uri="{FF2B5EF4-FFF2-40B4-BE49-F238E27FC236}">
                      <a16:creationId xmlns:a16="http://schemas.microsoft.com/office/drawing/2014/main" id="{883A3BE8-8C30-F5EF-6FD9-59B0E0FE1D8E}"/>
                    </a:ext>
                  </a:extLst>
                </p:cNvPr>
                <p:cNvSpPr/>
                <p:nvPr/>
              </p:nvSpPr>
              <p:spPr>
                <a:xfrm>
                  <a:off x="9222741" y="5323389"/>
                  <a:ext cx="1448640" cy="108000"/>
                </a:xfrm>
                <a:prstGeom prst="rect">
                  <a:avLst/>
                </a:prstGeom>
                <a:solidFill>
                  <a:srgbClr val="B7836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23" name="矩形 222">
                  <a:extLst>
                    <a:ext uri="{FF2B5EF4-FFF2-40B4-BE49-F238E27FC236}">
                      <a16:creationId xmlns:a16="http://schemas.microsoft.com/office/drawing/2014/main" id="{71F1BBF4-EA8E-699C-3003-7FD4836EA95C}"/>
                    </a:ext>
                  </a:extLst>
                </p:cNvPr>
                <p:cNvSpPr/>
                <p:nvPr/>
              </p:nvSpPr>
              <p:spPr>
                <a:xfrm>
                  <a:off x="8905129" y="5323389"/>
                  <a:ext cx="326251" cy="108000"/>
                </a:xfrm>
                <a:prstGeom prst="rect">
                  <a:avLst/>
                </a:prstGeom>
                <a:solidFill>
                  <a:srgbClr val="E1DAC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28" name="矩形 227">
                  <a:extLst>
                    <a:ext uri="{FF2B5EF4-FFF2-40B4-BE49-F238E27FC236}">
                      <a16:creationId xmlns:a16="http://schemas.microsoft.com/office/drawing/2014/main" id="{16920D84-51A3-5792-15A7-B8A46B3E8DDB}"/>
                    </a:ext>
                  </a:extLst>
                </p:cNvPr>
                <p:cNvSpPr/>
                <p:nvPr/>
              </p:nvSpPr>
              <p:spPr>
                <a:xfrm>
                  <a:off x="8905129" y="5058417"/>
                  <a:ext cx="59801" cy="108000"/>
                </a:xfrm>
                <a:prstGeom prst="rect">
                  <a:avLst/>
                </a:prstGeom>
                <a:solidFill>
                  <a:srgbClr val="E1DAC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29" name="矩形 228">
                  <a:extLst>
                    <a:ext uri="{FF2B5EF4-FFF2-40B4-BE49-F238E27FC236}">
                      <a16:creationId xmlns:a16="http://schemas.microsoft.com/office/drawing/2014/main" id="{52494B12-EEA2-65E2-D9A1-5E318D97DB3A}"/>
                    </a:ext>
                  </a:extLst>
                </p:cNvPr>
                <p:cNvSpPr/>
                <p:nvPr/>
              </p:nvSpPr>
              <p:spPr>
                <a:xfrm>
                  <a:off x="10133157" y="5061042"/>
                  <a:ext cx="59801" cy="108000"/>
                </a:xfrm>
                <a:prstGeom prst="rect">
                  <a:avLst/>
                </a:prstGeom>
                <a:solidFill>
                  <a:srgbClr val="B7836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  <p:cxnSp>
              <p:nvCxnSpPr>
                <p:cNvPr id="258" name="直接箭头连接符 257">
                  <a:extLst>
                    <a:ext uri="{FF2B5EF4-FFF2-40B4-BE49-F238E27FC236}">
                      <a16:creationId xmlns:a16="http://schemas.microsoft.com/office/drawing/2014/main" id="{B775EB02-D832-EB6C-59FA-7C3E7FE174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05128" y="5026660"/>
                  <a:ext cx="180000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直接箭头连接符 258">
                  <a:extLst>
                    <a:ext uri="{FF2B5EF4-FFF2-40B4-BE49-F238E27FC236}">
                      <a16:creationId xmlns:a16="http://schemas.microsoft.com/office/drawing/2014/main" id="{ABBFD4A3-B9F0-75C5-6261-5224A38D7C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012958" y="5198505"/>
                  <a:ext cx="180000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5" name="箭头: 下 284">
                <a:extLst>
                  <a:ext uri="{FF2B5EF4-FFF2-40B4-BE49-F238E27FC236}">
                    <a16:creationId xmlns:a16="http://schemas.microsoft.com/office/drawing/2014/main" id="{9F41E144-9634-7B85-5618-920A0799B544}"/>
                  </a:ext>
                </a:extLst>
              </p:cNvPr>
              <p:cNvSpPr/>
              <p:nvPr/>
            </p:nvSpPr>
            <p:spPr>
              <a:xfrm>
                <a:off x="7187093" y="1647928"/>
                <a:ext cx="158992" cy="349178"/>
              </a:xfrm>
              <a:prstGeom prst="downArrow">
                <a:avLst/>
              </a:prstGeom>
              <a:solidFill>
                <a:srgbClr val="EFEEE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86" name="箭头: 下 285">
                <a:extLst>
                  <a:ext uri="{FF2B5EF4-FFF2-40B4-BE49-F238E27FC236}">
                    <a16:creationId xmlns:a16="http://schemas.microsoft.com/office/drawing/2014/main" id="{E4BD7A3F-7B38-4604-2397-D792A2D76423}"/>
                  </a:ext>
                </a:extLst>
              </p:cNvPr>
              <p:cNvSpPr/>
              <p:nvPr/>
            </p:nvSpPr>
            <p:spPr>
              <a:xfrm>
                <a:off x="7187093" y="2854049"/>
                <a:ext cx="158992" cy="349178"/>
              </a:xfrm>
              <a:prstGeom prst="downArrow">
                <a:avLst/>
              </a:prstGeom>
              <a:solidFill>
                <a:srgbClr val="EFEEE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87" name="箭头: 下 286">
                <a:extLst>
                  <a:ext uri="{FF2B5EF4-FFF2-40B4-BE49-F238E27FC236}">
                    <a16:creationId xmlns:a16="http://schemas.microsoft.com/office/drawing/2014/main" id="{F09F94A5-8255-E21A-9EF8-7A203E5B9864}"/>
                  </a:ext>
                </a:extLst>
              </p:cNvPr>
              <p:cNvSpPr/>
              <p:nvPr/>
            </p:nvSpPr>
            <p:spPr>
              <a:xfrm>
                <a:off x="7187093" y="3835763"/>
                <a:ext cx="158992" cy="349178"/>
              </a:xfrm>
              <a:prstGeom prst="downArrow">
                <a:avLst/>
              </a:prstGeom>
              <a:solidFill>
                <a:srgbClr val="EFEEE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88" name="箭头: 下 287">
                <a:extLst>
                  <a:ext uri="{FF2B5EF4-FFF2-40B4-BE49-F238E27FC236}">
                    <a16:creationId xmlns:a16="http://schemas.microsoft.com/office/drawing/2014/main" id="{FCF96F51-5A90-CE70-CDDC-90CC908C7918}"/>
                  </a:ext>
                </a:extLst>
              </p:cNvPr>
              <p:cNvSpPr/>
              <p:nvPr/>
            </p:nvSpPr>
            <p:spPr>
              <a:xfrm>
                <a:off x="7187093" y="4526330"/>
                <a:ext cx="158992" cy="349178"/>
              </a:xfrm>
              <a:prstGeom prst="downArrow">
                <a:avLst/>
              </a:prstGeom>
              <a:solidFill>
                <a:srgbClr val="EFEEE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89" name="箭头: 下 288">
                <a:extLst>
                  <a:ext uri="{FF2B5EF4-FFF2-40B4-BE49-F238E27FC236}">
                    <a16:creationId xmlns:a16="http://schemas.microsoft.com/office/drawing/2014/main" id="{F20A9C71-664B-8D4F-B932-8FC9BAF23977}"/>
                  </a:ext>
                </a:extLst>
              </p:cNvPr>
              <p:cNvSpPr/>
              <p:nvPr/>
            </p:nvSpPr>
            <p:spPr>
              <a:xfrm>
                <a:off x="7187093" y="5559844"/>
                <a:ext cx="158992" cy="349178"/>
              </a:xfrm>
              <a:prstGeom prst="downArrow">
                <a:avLst/>
              </a:prstGeom>
              <a:solidFill>
                <a:srgbClr val="EFEEE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78737CCE-1130-E909-D3DC-BC21EAD56353}"/>
                </a:ext>
              </a:extLst>
            </p:cNvPr>
            <p:cNvSpPr/>
            <p:nvPr/>
          </p:nvSpPr>
          <p:spPr>
            <a:xfrm>
              <a:off x="6122548" y="6310611"/>
              <a:ext cx="1439998" cy="108000"/>
            </a:xfrm>
            <a:prstGeom prst="rect">
              <a:avLst/>
            </a:prstGeom>
            <a:solidFill>
              <a:srgbClr val="B783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7E6E910C-F517-7B7A-3B67-FB9571BD3234}"/>
                </a:ext>
              </a:extLst>
            </p:cNvPr>
            <p:cNvSpPr/>
            <p:nvPr/>
          </p:nvSpPr>
          <p:spPr>
            <a:xfrm>
              <a:off x="5796296" y="6310611"/>
              <a:ext cx="326251" cy="108000"/>
            </a:xfrm>
            <a:prstGeom prst="rect">
              <a:avLst/>
            </a:prstGeom>
            <a:solidFill>
              <a:srgbClr val="E1DA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FFDCFD10-1CC2-C526-9BFB-7FD74B29DCD7}"/>
                </a:ext>
              </a:extLst>
            </p:cNvPr>
            <p:cNvSpPr/>
            <p:nvPr/>
          </p:nvSpPr>
          <p:spPr>
            <a:xfrm>
              <a:off x="6122547" y="6042999"/>
              <a:ext cx="1439999" cy="108000"/>
            </a:xfrm>
            <a:prstGeom prst="rect">
              <a:avLst/>
            </a:prstGeom>
            <a:solidFill>
              <a:srgbClr val="B783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2908D054-B1BA-D80B-037E-47F36770BF2F}"/>
                </a:ext>
              </a:extLst>
            </p:cNvPr>
            <p:cNvSpPr/>
            <p:nvPr/>
          </p:nvSpPr>
          <p:spPr>
            <a:xfrm>
              <a:off x="5796296" y="6042999"/>
              <a:ext cx="326251" cy="108000"/>
            </a:xfrm>
            <a:prstGeom prst="rect">
              <a:avLst/>
            </a:prstGeom>
            <a:solidFill>
              <a:srgbClr val="E1DA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5ECA3F64-E329-5907-FCDA-E8A87C6DF292}"/>
                </a:ext>
              </a:extLst>
            </p:cNvPr>
            <p:cNvSpPr/>
            <p:nvPr/>
          </p:nvSpPr>
          <p:spPr>
            <a:xfrm>
              <a:off x="6122548" y="6578223"/>
              <a:ext cx="1439998" cy="108000"/>
            </a:xfrm>
            <a:prstGeom prst="rect">
              <a:avLst/>
            </a:prstGeom>
            <a:solidFill>
              <a:srgbClr val="B783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1DD9D781-814F-3DC6-E1FC-89FBD6F7737C}"/>
                </a:ext>
              </a:extLst>
            </p:cNvPr>
            <p:cNvSpPr/>
            <p:nvPr/>
          </p:nvSpPr>
          <p:spPr>
            <a:xfrm>
              <a:off x="5796296" y="6578223"/>
              <a:ext cx="326251" cy="108000"/>
            </a:xfrm>
            <a:prstGeom prst="rect">
              <a:avLst/>
            </a:prstGeom>
            <a:solidFill>
              <a:srgbClr val="E1DA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7DB86A59-A5D7-A071-33D1-844EBF039F9A}"/>
                </a:ext>
              </a:extLst>
            </p:cNvPr>
            <p:cNvGrpSpPr/>
            <p:nvPr/>
          </p:nvGrpSpPr>
          <p:grpSpPr>
            <a:xfrm>
              <a:off x="5796296" y="4315435"/>
              <a:ext cx="1766252" cy="108000"/>
              <a:chOff x="8905129" y="4552015"/>
              <a:chExt cx="1766252" cy="108000"/>
            </a:xfrm>
          </p:grpSpPr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D38E3466-C0C1-5828-1E8E-09B61D2BB468}"/>
                  </a:ext>
                </a:extLst>
              </p:cNvPr>
              <p:cNvSpPr/>
              <p:nvPr/>
            </p:nvSpPr>
            <p:spPr>
              <a:xfrm>
                <a:off x="9222741" y="4552015"/>
                <a:ext cx="1448640" cy="108000"/>
              </a:xfrm>
              <a:prstGeom prst="rect">
                <a:avLst/>
              </a:prstGeom>
              <a:solidFill>
                <a:srgbClr val="B7836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0CAC2850-67F6-50D5-7D19-A758AEACDA76}"/>
                  </a:ext>
                </a:extLst>
              </p:cNvPr>
              <p:cNvSpPr/>
              <p:nvPr/>
            </p:nvSpPr>
            <p:spPr>
              <a:xfrm>
                <a:off x="8905129" y="4552015"/>
                <a:ext cx="326251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9A7373E8-7379-F019-26E1-E53934A9C9D3}"/>
                </a:ext>
              </a:extLst>
            </p:cNvPr>
            <p:cNvGrpSpPr/>
            <p:nvPr/>
          </p:nvGrpSpPr>
          <p:grpSpPr>
            <a:xfrm>
              <a:off x="5796296" y="2177300"/>
              <a:ext cx="386052" cy="547687"/>
              <a:chOff x="8905129" y="1805615"/>
              <a:chExt cx="386052" cy="547687"/>
            </a:xfrm>
          </p:grpSpPr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09BF4AD9-F3A2-8277-E380-91ED08C1CEFD}"/>
                  </a:ext>
                </a:extLst>
              </p:cNvPr>
              <p:cNvGrpSpPr/>
              <p:nvPr/>
            </p:nvGrpSpPr>
            <p:grpSpPr>
              <a:xfrm>
                <a:off x="8905129" y="2245302"/>
                <a:ext cx="386052" cy="108000"/>
                <a:chOff x="8905129" y="2959279"/>
                <a:chExt cx="386052" cy="108000"/>
              </a:xfrm>
            </p:grpSpPr>
            <p:sp>
              <p:nvSpPr>
                <p:cNvPr id="50" name="矩形 49">
                  <a:extLst>
                    <a:ext uri="{FF2B5EF4-FFF2-40B4-BE49-F238E27FC236}">
                      <a16:creationId xmlns:a16="http://schemas.microsoft.com/office/drawing/2014/main" id="{FB9853F3-B8F6-3B67-856B-56ED550B01D3}"/>
                    </a:ext>
                  </a:extLst>
                </p:cNvPr>
                <p:cNvSpPr/>
                <p:nvPr/>
              </p:nvSpPr>
              <p:spPr>
                <a:xfrm>
                  <a:off x="8905129" y="2959279"/>
                  <a:ext cx="326251" cy="108000"/>
                </a:xfrm>
                <a:prstGeom prst="rect">
                  <a:avLst/>
                </a:prstGeom>
                <a:solidFill>
                  <a:srgbClr val="E1DAC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1" name="矩形 50">
                  <a:extLst>
                    <a:ext uri="{FF2B5EF4-FFF2-40B4-BE49-F238E27FC236}">
                      <a16:creationId xmlns:a16="http://schemas.microsoft.com/office/drawing/2014/main" id="{9B564F95-FC2D-BE56-498A-16FE59E6FC58}"/>
                    </a:ext>
                  </a:extLst>
                </p:cNvPr>
                <p:cNvSpPr/>
                <p:nvPr/>
              </p:nvSpPr>
              <p:spPr>
                <a:xfrm>
                  <a:off x="9231380" y="2959279"/>
                  <a:ext cx="59801" cy="108000"/>
                </a:xfrm>
                <a:prstGeom prst="rect">
                  <a:avLst/>
                </a:prstGeom>
                <a:solidFill>
                  <a:srgbClr val="B7836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F162E4D3-0464-BBDD-04F4-7431F13E4C5F}"/>
                  </a:ext>
                </a:extLst>
              </p:cNvPr>
              <p:cNvGrpSpPr/>
              <p:nvPr/>
            </p:nvGrpSpPr>
            <p:grpSpPr>
              <a:xfrm>
                <a:off x="8905129" y="2034228"/>
                <a:ext cx="386052" cy="108000"/>
                <a:chOff x="8905129" y="2959279"/>
                <a:chExt cx="386052" cy="108000"/>
              </a:xfrm>
            </p:grpSpPr>
            <p:sp>
              <p:nvSpPr>
                <p:cNvPr id="48" name="矩形 47">
                  <a:extLst>
                    <a:ext uri="{FF2B5EF4-FFF2-40B4-BE49-F238E27FC236}">
                      <a16:creationId xmlns:a16="http://schemas.microsoft.com/office/drawing/2014/main" id="{D01372B7-89C5-30F1-CBA1-99539C7B1EB9}"/>
                    </a:ext>
                  </a:extLst>
                </p:cNvPr>
                <p:cNvSpPr/>
                <p:nvPr/>
              </p:nvSpPr>
              <p:spPr>
                <a:xfrm>
                  <a:off x="8905129" y="2959279"/>
                  <a:ext cx="326251" cy="108000"/>
                </a:xfrm>
                <a:prstGeom prst="rect">
                  <a:avLst/>
                </a:prstGeom>
                <a:solidFill>
                  <a:srgbClr val="E1DAC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9" name="矩形 48">
                  <a:extLst>
                    <a:ext uri="{FF2B5EF4-FFF2-40B4-BE49-F238E27FC236}">
                      <a16:creationId xmlns:a16="http://schemas.microsoft.com/office/drawing/2014/main" id="{2E217458-26EF-4663-368A-B64923F5C4F5}"/>
                    </a:ext>
                  </a:extLst>
                </p:cNvPr>
                <p:cNvSpPr/>
                <p:nvPr/>
              </p:nvSpPr>
              <p:spPr>
                <a:xfrm>
                  <a:off x="9231380" y="2959279"/>
                  <a:ext cx="59801" cy="108000"/>
                </a:xfrm>
                <a:prstGeom prst="rect">
                  <a:avLst/>
                </a:prstGeom>
                <a:solidFill>
                  <a:srgbClr val="B7836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4A1CCA60-9098-F1BC-644F-FBD2C9CC39EC}"/>
                  </a:ext>
                </a:extLst>
              </p:cNvPr>
              <p:cNvGrpSpPr/>
              <p:nvPr/>
            </p:nvGrpSpPr>
            <p:grpSpPr>
              <a:xfrm>
                <a:off x="8905129" y="1805615"/>
                <a:ext cx="386052" cy="108000"/>
                <a:chOff x="8905129" y="2959279"/>
                <a:chExt cx="386052" cy="108000"/>
              </a:xfrm>
            </p:grpSpPr>
            <p:sp>
              <p:nvSpPr>
                <p:cNvPr id="46" name="矩形 45">
                  <a:extLst>
                    <a:ext uri="{FF2B5EF4-FFF2-40B4-BE49-F238E27FC236}">
                      <a16:creationId xmlns:a16="http://schemas.microsoft.com/office/drawing/2014/main" id="{724D24B9-3BC7-1956-A879-42DC09C9F8F3}"/>
                    </a:ext>
                  </a:extLst>
                </p:cNvPr>
                <p:cNvSpPr/>
                <p:nvPr/>
              </p:nvSpPr>
              <p:spPr>
                <a:xfrm>
                  <a:off x="8905129" y="2959279"/>
                  <a:ext cx="326251" cy="108000"/>
                </a:xfrm>
                <a:prstGeom prst="rect">
                  <a:avLst/>
                </a:prstGeom>
                <a:solidFill>
                  <a:srgbClr val="E1DAC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7" name="矩形 46">
                  <a:extLst>
                    <a:ext uri="{FF2B5EF4-FFF2-40B4-BE49-F238E27FC236}">
                      <a16:creationId xmlns:a16="http://schemas.microsoft.com/office/drawing/2014/main" id="{4B0D5167-15D2-4C47-F66D-5B1CFC2BC2F8}"/>
                    </a:ext>
                  </a:extLst>
                </p:cNvPr>
                <p:cNvSpPr/>
                <p:nvPr/>
              </p:nvSpPr>
              <p:spPr>
                <a:xfrm>
                  <a:off x="9231380" y="2959279"/>
                  <a:ext cx="59801" cy="108000"/>
                </a:xfrm>
                <a:prstGeom prst="rect">
                  <a:avLst/>
                </a:prstGeom>
                <a:solidFill>
                  <a:srgbClr val="B7836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163DE12F-BBCB-1B86-3A2E-02CD5A66A743}"/>
                </a:ext>
              </a:extLst>
            </p:cNvPr>
            <p:cNvGrpSpPr/>
            <p:nvPr/>
          </p:nvGrpSpPr>
          <p:grpSpPr>
            <a:xfrm>
              <a:off x="5796296" y="3332405"/>
              <a:ext cx="1766251" cy="375612"/>
              <a:chOff x="8905129" y="3079966"/>
              <a:chExt cx="1766251" cy="375612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1886CF3B-BEDF-72CD-5B01-A7D2473174F1}"/>
                  </a:ext>
                </a:extLst>
              </p:cNvPr>
              <p:cNvSpPr/>
              <p:nvPr/>
            </p:nvSpPr>
            <p:spPr>
              <a:xfrm>
                <a:off x="8905129" y="3079966"/>
                <a:ext cx="326251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9FA23B46-84D7-C2CA-24BF-DBD8A44F7B30}"/>
                  </a:ext>
                </a:extLst>
              </p:cNvPr>
              <p:cNvSpPr/>
              <p:nvPr/>
            </p:nvSpPr>
            <p:spPr>
              <a:xfrm>
                <a:off x="9231380" y="3079966"/>
                <a:ext cx="59801" cy="108000"/>
              </a:xfrm>
              <a:prstGeom prst="rect">
                <a:avLst/>
              </a:prstGeom>
              <a:solidFill>
                <a:srgbClr val="B7836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FEB54800-F0DF-5CD5-CB9B-63E4EBE38037}"/>
                  </a:ext>
                </a:extLst>
              </p:cNvPr>
              <p:cNvGrpSpPr/>
              <p:nvPr/>
            </p:nvGrpSpPr>
            <p:grpSpPr>
              <a:xfrm>
                <a:off x="9222740" y="3190606"/>
                <a:ext cx="77079" cy="154332"/>
                <a:chOff x="8197215" y="2528221"/>
                <a:chExt cx="83820" cy="167830"/>
              </a:xfrm>
            </p:grpSpPr>
            <p:cxnSp>
              <p:nvCxnSpPr>
                <p:cNvPr id="41" name="直接连接符 40">
                  <a:extLst>
                    <a:ext uri="{FF2B5EF4-FFF2-40B4-BE49-F238E27FC236}">
                      <a16:creationId xmlns:a16="http://schemas.microsoft.com/office/drawing/2014/main" id="{57B90AC8-17AE-0CC6-3400-7BE993E33B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97215" y="2528221"/>
                  <a:ext cx="83820" cy="161925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>
                  <a:extLst>
                    <a:ext uri="{FF2B5EF4-FFF2-40B4-BE49-F238E27FC236}">
                      <a16:creationId xmlns:a16="http://schemas.microsoft.com/office/drawing/2014/main" id="{C9A68841-BFA3-44B8-9AA4-496338B392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197215" y="2528221"/>
                  <a:ext cx="83820" cy="167830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C0BDFC51-647F-78B0-E63F-D8607A830FBC}"/>
                  </a:ext>
                </a:extLst>
              </p:cNvPr>
              <p:cNvSpPr/>
              <p:nvPr/>
            </p:nvSpPr>
            <p:spPr>
              <a:xfrm>
                <a:off x="9231380" y="3347578"/>
                <a:ext cx="1440000" cy="108000"/>
              </a:xfrm>
              <a:prstGeom prst="rect">
                <a:avLst/>
              </a:prstGeom>
              <a:solidFill>
                <a:srgbClr val="B7836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1565ECBF-EAE9-0136-68BE-9B49940B9AD6}"/>
                </a:ext>
              </a:extLst>
            </p:cNvPr>
            <p:cNvGrpSpPr/>
            <p:nvPr/>
          </p:nvGrpSpPr>
          <p:grpSpPr>
            <a:xfrm>
              <a:off x="5028225" y="1143366"/>
              <a:ext cx="3600000" cy="426516"/>
              <a:chOff x="8137058" y="830580"/>
              <a:chExt cx="3600000" cy="426516"/>
            </a:xfrm>
          </p:grpSpPr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AB57A9A0-9552-5B53-73E3-A7C294CD6E67}"/>
                  </a:ext>
                </a:extLst>
              </p:cNvPr>
              <p:cNvSpPr/>
              <p:nvPr/>
            </p:nvSpPr>
            <p:spPr>
              <a:xfrm>
                <a:off x="8137058" y="1149096"/>
                <a:ext cx="3600000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9477C4C1-6C7A-4EBD-8637-8F53213233E6}"/>
                  </a:ext>
                </a:extLst>
              </p:cNvPr>
              <p:cNvSpPr/>
              <p:nvPr/>
            </p:nvSpPr>
            <p:spPr>
              <a:xfrm>
                <a:off x="8905129" y="889152"/>
                <a:ext cx="59801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9C8B2DAB-24F9-E651-F36F-68EFC93CC029}"/>
                  </a:ext>
                </a:extLst>
              </p:cNvPr>
              <p:cNvSpPr/>
              <p:nvPr/>
            </p:nvSpPr>
            <p:spPr>
              <a:xfrm>
                <a:off x="9174512" y="889152"/>
                <a:ext cx="59801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E8323D7A-E920-F91E-0D27-3ED938AEE737}"/>
                  </a:ext>
                </a:extLst>
              </p:cNvPr>
              <p:cNvSpPr/>
              <p:nvPr/>
            </p:nvSpPr>
            <p:spPr>
              <a:xfrm>
                <a:off x="9231380" y="889152"/>
                <a:ext cx="59801" cy="108000"/>
              </a:xfrm>
              <a:prstGeom prst="rect">
                <a:avLst/>
              </a:prstGeom>
              <a:solidFill>
                <a:srgbClr val="B7836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cxnSp>
            <p:nvCxnSpPr>
              <p:cNvPr id="35" name="直接箭头连接符 34">
                <a:extLst>
                  <a:ext uri="{FF2B5EF4-FFF2-40B4-BE49-F238E27FC236}">
                    <a16:creationId xmlns:a16="http://schemas.microsoft.com/office/drawing/2014/main" id="{65C1B66E-14C7-5454-6A11-EF575C4A3380}"/>
                  </a:ext>
                </a:extLst>
              </p:cNvPr>
              <p:cNvCxnSpPr/>
              <p:nvPr/>
            </p:nvCxnSpPr>
            <p:spPr>
              <a:xfrm>
                <a:off x="8905128" y="830580"/>
                <a:ext cx="18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4E8B0DD5-DE39-2763-DF68-3E40F3DC05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11181" y="1055370"/>
                <a:ext cx="18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325D88C9-23ED-97F3-A720-8F7B76AB516C}"/>
                </a:ext>
              </a:extLst>
            </p:cNvPr>
            <p:cNvSpPr/>
            <p:nvPr/>
          </p:nvSpPr>
          <p:spPr>
            <a:xfrm>
              <a:off x="6113908" y="5327582"/>
              <a:ext cx="1448640" cy="108000"/>
            </a:xfrm>
            <a:prstGeom prst="rect">
              <a:avLst/>
            </a:prstGeom>
            <a:solidFill>
              <a:srgbClr val="B783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781B5B8-7151-5816-BF73-6590C96A6590}"/>
                </a:ext>
              </a:extLst>
            </p:cNvPr>
            <p:cNvSpPr/>
            <p:nvPr/>
          </p:nvSpPr>
          <p:spPr>
            <a:xfrm>
              <a:off x="5796296" y="5327582"/>
              <a:ext cx="326251" cy="108000"/>
            </a:xfrm>
            <a:prstGeom prst="rect">
              <a:avLst/>
            </a:prstGeom>
            <a:solidFill>
              <a:srgbClr val="E1DA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C9D3547B-9D3F-30CF-469B-B000E0C7BF45}"/>
                </a:ext>
              </a:extLst>
            </p:cNvPr>
            <p:cNvSpPr/>
            <p:nvPr/>
          </p:nvSpPr>
          <p:spPr>
            <a:xfrm>
              <a:off x="5796296" y="5062610"/>
              <a:ext cx="59801" cy="108000"/>
            </a:xfrm>
            <a:prstGeom prst="rect">
              <a:avLst/>
            </a:prstGeom>
            <a:solidFill>
              <a:srgbClr val="E1DA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5506166E-E0AE-FB8E-7786-0777EDF320F9}"/>
                </a:ext>
              </a:extLst>
            </p:cNvPr>
            <p:cNvSpPr/>
            <p:nvPr/>
          </p:nvSpPr>
          <p:spPr>
            <a:xfrm>
              <a:off x="7502746" y="5065235"/>
              <a:ext cx="59801" cy="108000"/>
            </a:xfrm>
            <a:prstGeom prst="rect">
              <a:avLst/>
            </a:prstGeom>
            <a:solidFill>
              <a:srgbClr val="B783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D3CB58F9-7FCB-F862-3AC5-047067DC2AF3}"/>
                </a:ext>
              </a:extLst>
            </p:cNvPr>
            <p:cNvCxnSpPr>
              <a:cxnSpLocks/>
            </p:cNvCxnSpPr>
            <p:nvPr/>
          </p:nvCxnSpPr>
          <p:spPr>
            <a:xfrm>
              <a:off x="5796295" y="5030853"/>
              <a:ext cx="18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2D3E4491-C64D-B086-1BCF-8DAD612AD6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2547" y="5202698"/>
              <a:ext cx="18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箭头: 下 18">
              <a:extLst>
                <a:ext uri="{FF2B5EF4-FFF2-40B4-BE49-F238E27FC236}">
                  <a16:creationId xmlns:a16="http://schemas.microsoft.com/office/drawing/2014/main" id="{4028355E-F8D3-7D5D-E8C6-97915306729B}"/>
                </a:ext>
              </a:extLst>
            </p:cNvPr>
            <p:cNvSpPr/>
            <p:nvPr/>
          </p:nvSpPr>
          <p:spPr>
            <a:xfrm>
              <a:off x="6745133" y="1647928"/>
              <a:ext cx="158992" cy="349178"/>
            </a:xfrm>
            <a:prstGeom prst="downArrow">
              <a:avLst/>
            </a:prstGeom>
            <a:solidFill>
              <a:srgbClr val="EFEEE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" name="箭头: 下 19">
              <a:extLst>
                <a:ext uri="{FF2B5EF4-FFF2-40B4-BE49-F238E27FC236}">
                  <a16:creationId xmlns:a16="http://schemas.microsoft.com/office/drawing/2014/main" id="{6A19B900-51FB-997D-F370-9558523E3978}"/>
                </a:ext>
              </a:extLst>
            </p:cNvPr>
            <p:cNvSpPr/>
            <p:nvPr/>
          </p:nvSpPr>
          <p:spPr>
            <a:xfrm>
              <a:off x="6745133" y="2854049"/>
              <a:ext cx="158992" cy="349178"/>
            </a:xfrm>
            <a:prstGeom prst="downArrow">
              <a:avLst/>
            </a:prstGeom>
            <a:solidFill>
              <a:srgbClr val="EFEEE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" name="箭头: 下 20">
              <a:extLst>
                <a:ext uri="{FF2B5EF4-FFF2-40B4-BE49-F238E27FC236}">
                  <a16:creationId xmlns:a16="http://schemas.microsoft.com/office/drawing/2014/main" id="{679FABD6-4A7B-3D75-F17B-33376403C110}"/>
                </a:ext>
              </a:extLst>
            </p:cNvPr>
            <p:cNvSpPr/>
            <p:nvPr/>
          </p:nvSpPr>
          <p:spPr>
            <a:xfrm>
              <a:off x="6745133" y="3835763"/>
              <a:ext cx="158992" cy="349178"/>
            </a:xfrm>
            <a:prstGeom prst="downArrow">
              <a:avLst/>
            </a:prstGeom>
            <a:solidFill>
              <a:srgbClr val="EFEEE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" name="箭头: 下 21">
              <a:extLst>
                <a:ext uri="{FF2B5EF4-FFF2-40B4-BE49-F238E27FC236}">
                  <a16:creationId xmlns:a16="http://schemas.microsoft.com/office/drawing/2014/main" id="{936F129B-D6D0-C10C-950C-CF0609859886}"/>
                </a:ext>
              </a:extLst>
            </p:cNvPr>
            <p:cNvSpPr/>
            <p:nvPr/>
          </p:nvSpPr>
          <p:spPr>
            <a:xfrm>
              <a:off x="6745133" y="4526330"/>
              <a:ext cx="158992" cy="349178"/>
            </a:xfrm>
            <a:prstGeom prst="downArrow">
              <a:avLst/>
            </a:prstGeom>
            <a:solidFill>
              <a:srgbClr val="EFEEE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" name="箭头: 下 22">
              <a:extLst>
                <a:ext uri="{FF2B5EF4-FFF2-40B4-BE49-F238E27FC236}">
                  <a16:creationId xmlns:a16="http://schemas.microsoft.com/office/drawing/2014/main" id="{C44B6210-7298-EF8E-46C4-37286C49D375}"/>
                </a:ext>
              </a:extLst>
            </p:cNvPr>
            <p:cNvSpPr/>
            <p:nvPr/>
          </p:nvSpPr>
          <p:spPr>
            <a:xfrm>
              <a:off x="6745133" y="5559844"/>
              <a:ext cx="158992" cy="349178"/>
            </a:xfrm>
            <a:prstGeom prst="downArrow">
              <a:avLst/>
            </a:prstGeom>
            <a:solidFill>
              <a:srgbClr val="EFEEE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3609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FEF8B-A8A4-DB8B-ECA1-CA9685A66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C8E8123-55F5-8695-63DD-D4DC48AA49A3}"/>
              </a:ext>
            </a:extLst>
          </p:cNvPr>
          <p:cNvSpPr/>
          <p:nvPr/>
        </p:nvSpPr>
        <p:spPr>
          <a:xfrm>
            <a:off x="0" y="-1"/>
            <a:ext cx="12192000" cy="540000"/>
          </a:xfrm>
          <a:prstGeom prst="rect">
            <a:avLst/>
          </a:prstGeom>
          <a:solidFill>
            <a:srgbClr val="E1DA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41413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2.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41413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项目进展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AC07E51-04C1-A949-E865-8AA4BF761707}"/>
              </a:ext>
            </a:extLst>
          </p:cNvPr>
          <p:cNvSpPr txBox="1"/>
          <p:nvPr/>
        </p:nvSpPr>
        <p:spPr>
          <a:xfrm>
            <a:off x="0" y="540000"/>
            <a:ext cx="6143222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2.3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问题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-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敲除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141413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40699AA-5FFB-FC5C-5F05-B5C6FF6D7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98787"/>
            <a:ext cx="5314724" cy="1077149"/>
          </a:xfrm>
          <a:prstGeom prst="rect">
            <a:avLst/>
          </a:prstGeom>
        </p:spPr>
      </p:pic>
      <p:grpSp>
        <p:nvGrpSpPr>
          <p:cNvPr id="256" name="组合 255">
            <a:extLst>
              <a:ext uri="{FF2B5EF4-FFF2-40B4-BE49-F238E27FC236}">
                <a16:creationId xmlns:a16="http://schemas.microsoft.com/office/drawing/2014/main" id="{0D307234-3452-ED97-F8EB-0B62784CB85E}"/>
              </a:ext>
            </a:extLst>
          </p:cNvPr>
          <p:cNvGrpSpPr/>
          <p:nvPr/>
        </p:nvGrpSpPr>
        <p:grpSpPr>
          <a:xfrm>
            <a:off x="728240" y="1695036"/>
            <a:ext cx="7897385" cy="2749356"/>
            <a:chOff x="728240" y="1695036"/>
            <a:chExt cx="7897385" cy="2749356"/>
          </a:xfrm>
        </p:grpSpPr>
        <p:grpSp>
          <p:nvGrpSpPr>
            <p:cNvPr id="105" name="组合 104">
              <a:extLst>
                <a:ext uri="{FF2B5EF4-FFF2-40B4-BE49-F238E27FC236}">
                  <a16:creationId xmlns:a16="http://schemas.microsoft.com/office/drawing/2014/main" id="{A26F51DB-59F4-7065-E946-48B3FFF9ABD8}"/>
                </a:ext>
              </a:extLst>
            </p:cNvPr>
            <p:cNvGrpSpPr/>
            <p:nvPr/>
          </p:nvGrpSpPr>
          <p:grpSpPr>
            <a:xfrm>
              <a:off x="728240" y="1695036"/>
              <a:ext cx="3600000" cy="2307177"/>
              <a:chOff x="1894888" y="1763318"/>
              <a:chExt cx="3600000" cy="2307177"/>
            </a:xfrm>
          </p:grpSpPr>
          <p:grpSp>
            <p:nvGrpSpPr>
              <p:cNvPr id="99" name="组合 98">
                <a:extLst>
                  <a:ext uri="{FF2B5EF4-FFF2-40B4-BE49-F238E27FC236}">
                    <a16:creationId xmlns:a16="http://schemas.microsoft.com/office/drawing/2014/main" id="{1DE5DC8D-2180-F81A-2861-989544AF3A6B}"/>
                  </a:ext>
                </a:extLst>
              </p:cNvPr>
              <p:cNvGrpSpPr/>
              <p:nvPr/>
            </p:nvGrpSpPr>
            <p:grpSpPr>
              <a:xfrm>
                <a:off x="2094320" y="2341256"/>
                <a:ext cx="3160673" cy="1141744"/>
                <a:chOff x="2094320" y="2341256"/>
                <a:chExt cx="3160673" cy="1141744"/>
              </a:xfrm>
            </p:grpSpPr>
            <p:cxnSp>
              <p:nvCxnSpPr>
                <p:cNvPr id="87" name="直接连接符 86">
                  <a:extLst>
                    <a:ext uri="{FF2B5EF4-FFF2-40B4-BE49-F238E27FC236}">
                      <a16:creationId xmlns:a16="http://schemas.microsoft.com/office/drawing/2014/main" id="{2C425097-3A12-0D75-C196-F0825A5201D3}"/>
                    </a:ext>
                  </a:extLst>
                </p:cNvPr>
                <p:cNvCxnSpPr>
                  <a:stCxn id="64" idx="1"/>
                  <a:endCxn id="8" idx="1"/>
                </p:cNvCxnSpPr>
                <p:nvPr/>
              </p:nvCxnSpPr>
              <p:spPr>
                <a:xfrm>
                  <a:off x="2974888" y="2341256"/>
                  <a:ext cx="200320" cy="1141744"/>
                </a:xfrm>
                <a:prstGeom prst="line">
                  <a:avLst/>
                </a:prstGeom>
                <a:ln>
                  <a:solidFill>
                    <a:srgbClr val="E1DACD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直接连接符 87">
                  <a:extLst>
                    <a:ext uri="{FF2B5EF4-FFF2-40B4-BE49-F238E27FC236}">
                      <a16:creationId xmlns:a16="http://schemas.microsoft.com/office/drawing/2014/main" id="{6624FDC3-83A6-600B-B3BF-04C138509A12}"/>
                    </a:ext>
                  </a:extLst>
                </p:cNvPr>
                <p:cNvCxnSpPr/>
                <p:nvPr/>
              </p:nvCxnSpPr>
              <p:spPr>
                <a:xfrm>
                  <a:off x="2094320" y="2341256"/>
                  <a:ext cx="200320" cy="1141744"/>
                </a:xfrm>
                <a:prstGeom prst="line">
                  <a:avLst/>
                </a:prstGeom>
                <a:ln>
                  <a:solidFill>
                    <a:srgbClr val="E1DACD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直接连接符 88">
                  <a:extLst>
                    <a:ext uri="{FF2B5EF4-FFF2-40B4-BE49-F238E27FC236}">
                      <a16:creationId xmlns:a16="http://schemas.microsoft.com/office/drawing/2014/main" id="{7DF3E93F-42C2-5603-A2F0-CB1C9A9A0827}"/>
                    </a:ext>
                  </a:extLst>
                </p:cNvPr>
                <p:cNvCxnSpPr>
                  <a:cxnSpLocks/>
                  <a:stCxn id="64" idx="3"/>
                  <a:endCxn id="8" idx="3"/>
                </p:cNvCxnSpPr>
                <p:nvPr/>
              </p:nvCxnSpPr>
              <p:spPr>
                <a:xfrm flipH="1">
                  <a:off x="4214567" y="2341256"/>
                  <a:ext cx="200321" cy="1141744"/>
                </a:xfrm>
                <a:prstGeom prst="line">
                  <a:avLst/>
                </a:prstGeom>
                <a:ln>
                  <a:solidFill>
                    <a:srgbClr val="E1DACD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直接连接符 91">
                  <a:extLst>
                    <a:ext uri="{FF2B5EF4-FFF2-40B4-BE49-F238E27FC236}">
                      <a16:creationId xmlns:a16="http://schemas.microsoft.com/office/drawing/2014/main" id="{C7A530E7-C35D-7DE2-1853-6179C01191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54672" y="2341256"/>
                  <a:ext cx="200321" cy="1141744"/>
                </a:xfrm>
                <a:prstGeom prst="line">
                  <a:avLst/>
                </a:prstGeom>
                <a:ln>
                  <a:solidFill>
                    <a:srgbClr val="E1DACD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DA04DD3F-9910-331C-1D3F-27991D1B3719}"/>
                  </a:ext>
                </a:extLst>
              </p:cNvPr>
              <p:cNvSpPr/>
              <p:nvPr/>
            </p:nvSpPr>
            <p:spPr>
              <a:xfrm>
                <a:off x="1894888" y="2035796"/>
                <a:ext cx="3600000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8749DB12-772E-B1A4-ADA6-4DF8754A55CD}"/>
                  </a:ext>
                </a:extLst>
              </p:cNvPr>
              <p:cNvSpPr/>
              <p:nvPr/>
            </p:nvSpPr>
            <p:spPr>
              <a:xfrm>
                <a:off x="1894888" y="2287256"/>
                <a:ext cx="3600000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F78B20A5-F196-77D7-A8E2-9151B3D59147}"/>
                  </a:ext>
                </a:extLst>
              </p:cNvPr>
              <p:cNvSpPr/>
              <p:nvPr/>
            </p:nvSpPr>
            <p:spPr>
              <a:xfrm>
                <a:off x="1894888" y="3429000"/>
                <a:ext cx="3600000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A00D32E-FC52-5CDD-15BC-D9F919EC45C7}"/>
                  </a:ext>
                </a:extLst>
              </p:cNvPr>
              <p:cNvSpPr/>
              <p:nvPr/>
            </p:nvSpPr>
            <p:spPr>
              <a:xfrm>
                <a:off x="3175208" y="3429000"/>
                <a:ext cx="1039359" cy="108000"/>
              </a:xfrm>
              <a:prstGeom prst="rect">
                <a:avLst/>
              </a:prstGeom>
              <a:solidFill>
                <a:srgbClr val="B7836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81FE133-30D5-C9B2-02ED-E908E1199B16}"/>
                  </a:ext>
                </a:extLst>
              </p:cNvPr>
              <p:cNvSpPr/>
              <p:nvPr/>
            </p:nvSpPr>
            <p:spPr>
              <a:xfrm>
                <a:off x="1894888" y="3680460"/>
                <a:ext cx="3600000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F94415ED-C7A5-DDB8-083F-1D7D7E2001DC}"/>
                  </a:ext>
                </a:extLst>
              </p:cNvPr>
              <p:cNvSpPr txBox="1"/>
              <p:nvPr/>
            </p:nvSpPr>
            <p:spPr>
              <a:xfrm>
                <a:off x="3244983" y="3762718"/>
                <a:ext cx="9028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rPr>
                  <a:t>抗性基因</a:t>
                </a:r>
              </a:p>
            </p:txBody>
          </p: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12069BF0-BCE9-97B9-4267-50B08C32D1DC}"/>
                  </a:ext>
                </a:extLst>
              </p:cNvPr>
              <p:cNvSpPr txBox="1"/>
              <p:nvPr/>
            </p:nvSpPr>
            <p:spPr>
              <a:xfrm>
                <a:off x="3244983" y="1763318"/>
                <a:ext cx="9028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rPr>
                  <a:t>目的基因</a:t>
                </a:r>
              </a:p>
            </p:txBody>
          </p:sp>
          <p:grpSp>
            <p:nvGrpSpPr>
              <p:cNvPr id="104" name="组合 103">
                <a:extLst>
                  <a:ext uri="{FF2B5EF4-FFF2-40B4-BE49-F238E27FC236}">
                    <a16:creationId xmlns:a16="http://schemas.microsoft.com/office/drawing/2014/main" id="{79015C83-15E9-6C38-6A7C-AA69EBF66280}"/>
                  </a:ext>
                </a:extLst>
              </p:cNvPr>
              <p:cNvGrpSpPr/>
              <p:nvPr/>
            </p:nvGrpSpPr>
            <p:grpSpPr>
              <a:xfrm>
                <a:off x="2131060" y="2491740"/>
                <a:ext cx="3090118" cy="0"/>
                <a:chOff x="2131060" y="2491740"/>
                <a:chExt cx="3090118" cy="0"/>
              </a:xfrm>
            </p:grpSpPr>
            <p:cxnSp>
              <p:nvCxnSpPr>
                <p:cNvPr id="59" name="直接箭头连接符 58">
                  <a:extLst>
                    <a:ext uri="{FF2B5EF4-FFF2-40B4-BE49-F238E27FC236}">
                      <a16:creationId xmlns:a16="http://schemas.microsoft.com/office/drawing/2014/main" id="{51B10CCD-753A-0038-F0F1-A3CD22C3CB5C}"/>
                    </a:ext>
                  </a:extLst>
                </p:cNvPr>
                <p:cNvCxnSpPr/>
                <p:nvPr/>
              </p:nvCxnSpPr>
              <p:spPr>
                <a:xfrm>
                  <a:off x="2131060" y="2491740"/>
                  <a:ext cx="180340" cy="0"/>
                </a:xfrm>
                <a:prstGeom prst="straightConnector1">
                  <a:avLst/>
                </a:prstGeom>
                <a:ln>
                  <a:solidFill>
                    <a:srgbClr val="E1DACD"/>
                  </a:solidFill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直接箭头连接符 59">
                  <a:extLst>
                    <a:ext uri="{FF2B5EF4-FFF2-40B4-BE49-F238E27FC236}">
                      <a16:creationId xmlns:a16="http://schemas.microsoft.com/office/drawing/2014/main" id="{705A746C-9163-63D5-5940-4C5A7B6F50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41178" y="2491740"/>
                  <a:ext cx="180000" cy="0"/>
                </a:xfrm>
                <a:prstGeom prst="straightConnector1">
                  <a:avLst/>
                </a:prstGeom>
                <a:ln>
                  <a:solidFill>
                    <a:srgbClr val="E1DACD"/>
                  </a:solidFill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9B818D7B-D2CC-D39E-E349-3A4A6682B46E}"/>
                  </a:ext>
                </a:extLst>
              </p:cNvPr>
              <p:cNvSpPr/>
              <p:nvPr/>
            </p:nvSpPr>
            <p:spPr>
              <a:xfrm>
                <a:off x="2974888" y="2035796"/>
                <a:ext cx="1440000" cy="108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DA935539-9F22-078D-148E-24B0565A533F}"/>
                  </a:ext>
                </a:extLst>
              </p:cNvPr>
              <p:cNvSpPr/>
              <p:nvPr/>
            </p:nvSpPr>
            <p:spPr>
              <a:xfrm>
                <a:off x="2974888" y="2287256"/>
                <a:ext cx="1440000" cy="108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grpSp>
            <p:nvGrpSpPr>
              <p:cNvPr id="100" name="组合 99">
                <a:extLst>
                  <a:ext uri="{FF2B5EF4-FFF2-40B4-BE49-F238E27FC236}">
                    <a16:creationId xmlns:a16="http://schemas.microsoft.com/office/drawing/2014/main" id="{9F54F20C-EE18-FB23-BBB1-009CB75D6BC6}"/>
                  </a:ext>
                </a:extLst>
              </p:cNvPr>
              <p:cNvGrpSpPr/>
              <p:nvPr/>
            </p:nvGrpSpPr>
            <p:grpSpPr>
              <a:xfrm>
                <a:off x="3437623" y="3328219"/>
                <a:ext cx="577690" cy="0"/>
                <a:chOff x="3437623" y="2989129"/>
                <a:chExt cx="577690" cy="0"/>
              </a:xfrm>
            </p:grpSpPr>
            <p:cxnSp>
              <p:nvCxnSpPr>
                <p:cNvPr id="66" name="直接箭头连接符 65">
                  <a:extLst>
                    <a:ext uri="{FF2B5EF4-FFF2-40B4-BE49-F238E27FC236}">
                      <a16:creationId xmlns:a16="http://schemas.microsoft.com/office/drawing/2014/main" id="{16A61006-7BE6-56E5-0D51-96F1963DCC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35313" y="2989129"/>
                  <a:ext cx="180000" cy="0"/>
                </a:xfrm>
                <a:prstGeom prst="straightConnector1">
                  <a:avLst/>
                </a:prstGeom>
                <a:ln>
                  <a:solidFill>
                    <a:srgbClr val="B78369"/>
                  </a:solidFill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直接箭头连接符 66">
                  <a:extLst>
                    <a:ext uri="{FF2B5EF4-FFF2-40B4-BE49-F238E27FC236}">
                      <a16:creationId xmlns:a16="http://schemas.microsoft.com/office/drawing/2014/main" id="{2E705869-DEB3-6531-EAC5-B9D9C25FBE89}"/>
                    </a:ext>
                  </a:extLst>
                </p:cNvPr>
                <p:cNvCxnSpPr/>
                <p:nvPr/>
              </p:nvCxnSpPr>
              <p:spPr>
                <a:xfrm>
                  <a:off x="3437623" y="2989129"/>
                  <a:ext cx="180340" cy="0"/>
                </a:xfrm>
                <a:prstGeom prst="straightConnector1">
                  <a:avLst/>
                </a:prstGeom>
                <a:ln>
                  <a:solidFill>
                    <a:srgbClr val="B78369"/>
                  </a:solidFill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2" name="直接箭头连接符 61">
                <a:extLst>
                  <a:ext uri="{FF2B5EF4-FFF2-40B4-BE49-F238E27FC236}">
                    <a16:creationId xmlns:a16="http://schemas.microsoft.com/office/drawing/2014/main" id="{C7AE43E0-7709-E7D2-C83F-F2EA4B0DC4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2968" y="2770566"/>
                <a:ext cx="206642" cy="0"/>
              </a:xfrm>
              <a:prstGeom prst="straightConnector1">
                <a:avLst/>
              </a:prstGeom>
              <a:ln>
                <a:solidFill>
                  <a:srgbClr val="E1DACD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直接箭头连接符 64">
                <a:extLst>
                  <a:ext uri="{FF2B5EF4-FFF2-40B4-BE49-F238E27FC236}">
                    <a16:creationId xmlns:a16="http://schemas.microsoft.com/office/drawing/2014/main" id="{79A6E842-3B69-AA6B-C0BD-5AC66A31EE7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13928" y="2770566"/>
                <a:ext cx="182453" cy="0"/>
              </a:xfrm>
              <a:prstGeom prst="straightConnector1">
                <a:avLst/>
              </a:prstGeom>
              <a:ln>
                <a:solidFill>
                  <a:srgbClr val="E1DACD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>
                <a:extLst>
                  <a:ext uri="{FF2B5EF4-FFF2-40B4-BE49-F238E27FC236}">
                    <a16:creationId xmlns:a16="http://schemas.microsoft.com/office/drawing/2014/main" id="{B505934D-95C4-072E-D7B2-4CBB2879C4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54176" y="2770566"/>
                <a:ext cx="96723" cy="0"/>
              </a:xfrm>
              <a:prstGeom prst="line">
                <a:avLst/>
              </a:prstGeom>
              <a:ln>
                <a:solidFill>
                  <a:srgbClr val="B7836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>
                <a:extLst>
                  <a:ext uri="{FF2B5EF4-FFF2-40B4-BE49-F238E27FC236}">
                    <a16:creationId xmlns:a16="http://schemas.microsoft.com/office/drawing/2014/main" id="{0842B842-13DE-E24B-0183-191E776BBB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48150" y="2770566"/>
                <a:ext cx="89355" cy="0"/>
              </a:xfrm>
              <a:prstGeom prst="line">
                <a:avLst/>
              </a:prstGeom>
              <a:ln>
                <a:solidFill>
                  <a:srgbClr val="B7836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951A776F-73DE-69B7-5AD4-0218869D18FC}"/>
                  </a:ext>
                </a:extLst>
              </p:cNvPr>
              <p:cNvSpPr/>
              <p:nvPr/>
            </p:nvSpPr>
            <p:spPr>
              <a:xfrm>
                <a:off x="3175208" y="3680460"/>
                <a:ext cx="1039359" cy="108000"/>
              </a:xfrm>
              <a:prstGeom prst="rect">
                <a:avLst/>
              </a:prstGeom>
              <a:solidFill>
                <a:srgbClr val="B7836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grpSp>
            <p:nvGrpSpPr>
              <p:cNvPr id="101" name="组合 100">
                <a:extLst>
                  <a:ext uri="{FF2B5EF4-FFF2-40B4-BE49-F238E27FC236}">
                    <a16:creationId xmlns:a16="http://schemas.microsoft.com/office/drawing/2014/main" id="{69AF30B3-8574-4FB0-868B-544E7594A004}"/>
                  </a:ext>
                </a:extLst>
              </p:cNvPr>
              <p:cNvGrpSpPr/>
              <p:nvPr/>
            </p:nvGrpSpPr>
            <p:grpSpPr>
              <a:xfrm>
                <a:off x="3175208" y="3049392"/>
                <a:ext cx="1039359" cy="0"/>
                <a:chOff x="3175208" y="2871019"/>
                <a:chExt cx="1039359" cy="0"/>
              </a:xfrm>
            </p:grpSpPr>
            <p:cxnSp>
              <p:nvCxnSpPr>
                <p:cNvPr id="93" name="直接箭头连接符 92">
                  <a:extLst>
                    <a:ext uri="{FF2B5EF4-FFF2-40B4-BE49-F238E27FC236}">
                      <a16:creationId xmlns:a16="http://schemas.microsoft.com/office/drawing/2014/main" id="{2D86EEAF-A2D6-D58B-475A-86AAB37F9139}"/>
                    </a:ext>
                  </a:extLst>
                </p:cNvPr>
                <p:cNvCxnSpPr/>
                <p:nvPr/>
              </p:nvCxnSpPr>
              <p:spPr>
                <a:xfrm>
                  <a:off x="3175208" y="2871019"/>
                  <a:ext cx="180340" cy="0"/>
                </a:xfrm>
                <a:prstGeom prst="straightConnector1">
                  <a:avLst/>
                </a:prstGeom>
                <a:ln>
                  <a:solidFill>
                    <a:srgbClr val="B78369"/>
                  </a:solidFill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直接箭头连接符 93">
                  <a:extLst>
                    <a:ext uri="{FF2B5EF4-FFF2-40B4-BE49-F238E27FC236}">
                      <a16:creationId xmlns:a16="http://schemas.microsoft.com/office/drawing/2014/main" id="{E9D1018E-1485-5137-B6AE-54EF507B84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034567" y="2871019"/>
                  <a:ext cx="180000" cy="0"/>
                </a:xfrm>
                <a:prstGeom prst="straightConnector1">
                  <a:avLst/>
                </a:prstGeom>
                <a:ln>
                  <a:solidFill>
                    <a:srgbClr val="B78369"/>
                  </a:solidFill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91" name="组合 190">
              <a:extLst>
                <a:ext uri="{FF2B5EF4-FFF2-40B4-BE49-F238E27FC236}">
                  <a16:creationId xmlns:a16="http://schemas.microsoft.com/office/drawing/2014/main" id="{3ECD2D54-A110-8656-70CC-2463414EDD61}"/>
                </a:ext>
              </a:extLst>
            </p:cNvPr>
            <p:cNvGrpSpPr/>
            <p:nvPr/>
          </p:nvGrpSpPr>
          <p:grpSpPr>
            <a:xfrm>
              <a:off x="4527494" y="1695036"/>
              <a:ext cx="4098131" cy="2749356"/>
              <a:chOff x="5187259" y="1695036"/>
              <a:chExt cx="4098131" cy="2749356"/>
            </a:xfrm>
          </p:grpSpPr>
          <p:sp>
            <p:nvSpPr>
              <p:cNvPr id="165" name="矩形 164">
                <a:extLst>
                  <a:ext uri="{FF2B5EF4-FFF2-40B4-BE49-F238E27FC236}">
                    <a16:creationId xmlns:a16="http://schemas.microsoft.com/office/drawing/2014/main" id="{1498CCF6-B2A1-1052-C7F2-5D8D6D1AB63E}"/>
                  </a:ext>
                </a:extLst>
              </p:cNvPr>
              <p:cNvSpPr/>
              <p:nvPr/>
            </p:nvSpPr>
            <p:spPr>
              <a:xfrm>
                <a:off x="5430837" y="3360718"/>
                <a:ext cx="3600000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cxnSp>
            <p:nvCxnSpPr>
              <p:cNvPr id="153" name="直接连接符 152">
                <a:extLst>
                  <a:ext uri="{FF2B5EF4-FFF2-40B4-BE49-F238E27FC236}">
                    <a16:creationId xmlns:a16="http://schemas.microsoft.com/office/drawing/2014/main" id="{A3487215-2FCE-6ED4-74FC-7B61569FEE62}"/>
                  </a:ext>
                </a:extLst>
              </p:cNvPr>
              <p:cNvCxnSpPr>
                <a:cxnSpLocks/>
                <a:stCxn id="162" idx="3"/>
                <a:endCxn id="168" idx="1"/>
              </p:cNvCxnSpPr>
              <p:nvPr/>
            </p:nvCxnSpPr>
            <p:spPr>
              <a:xfrm>
                <a:off x="6510837" y="2393106"/>
                <a:ext cx="200320" cy="773302"/>
              </a:xfrm>
              <a:prstGeom prst="line">
                <a:avLst/>
              </a:prstGeom>
              <a:ln>
                <a:solidFill>
                  <a:srgbClr val="E1DACD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接连接符 158">
                <a:extLst>
                  <a:ext uri="{FF2B5EF4-FFF2-40B4-BE49-F238E27FC236}">
                    <a16:creationId xmlns:a16="http://schemas.microsoft.com/office/drawing/2014/main" id="{67176E30-CDFB-AC33-75D3-38E7A504794E}"/>
                  </a:ext>
                </a:extLst>
              </p:cNvPr>
              <p:cNvCxnSpPr>
                <a:cxnSpLocks/>
                <a:stCxn id="174" idx="1"/>
                <a:endCxn id="171" idx="3"/>
              </p:cNvCxnSpPr>
              <p:nvPr/>
            </p:nvCxnSpPr>
            <p:spPr>
              <a:xfrm flipH="1">
                <a:off x="7747976" y="2393106"/>
                <a:ext cx="202861" cy="873022"/>
              </a:xfrm>
              <a:prstGeom prst="line">
                <a:avLst/>
              </a:prstGeom>
              <a:ln>
                <a:solidFill>
                  <a:srgbClr val="E1DACD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A21DBA6D-E781-96A7-9F52-4B19AE42D867}"/>
                  </a:ext>
                </a:extLst>
              </p:cNvPr>
              <p:cNvSpPr/>
              <p:nvPr/>
            </p:nvSpPr>
            <p:spPr>
              <a:xfrm>
                <a:off x="5430837" y="1967514"/>
                <a:ext cx="3600000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9CA339C4-2639-85FB-F8BF-8137005841C7}"/>
                  </a:ext>
                </a:extLst>
              </p:cNvPr>
              <p:cNvSpPr/>
              <p:nvPr/>
            </p:nvSpPr>
            <p:spPr>
              <a:xfrm>
                <a:off x="5430837" y="2218974"/>
                <a:ext cx="3600000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9EEB7E17-8B10-FA5C-8E3F-89D620F3E06E}"/>
                  </a:ext>
                </a:extLst>
              </p:cNvPr>
              <p:cNvSpPr/>
              <p:nvPr/>
            </p:nvSpPr>
            <p:spPr>
              <a:xfrm>
                <a:off x="6711157" y="3360718"/>
                <a:ext cx="1039359" cy="108000"/>
              </a:xfrm>
              <a:prstGeom prst="rect">
                <a:avLst/>
              </a:prstGeom>
              <a:solidFill>
                <a:srgbClr val="B7836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7651D6A9-5307-F8CA-4DA2-4DC981F079B6}"/>
                  </a:ext>
                </a:extLst>
              </p:cNvPr>
              <p:cNvSpPr/>
              <p:nvPr/>
            </p:nvSpPr>
            <p:spPr>
              <a:xfrm>
                <a:off x="5430837" y="3612178"/>
                <a:ext cx="3600000" cy="108000"/>
              </a:xfrm>
              <a:prstGeom prst="rect">
                <a:avLst/>
              </a:prstGeom>
              <a:solidFill>
                <a:srgbClr val="E1DA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980C1340-D7D6-1621-1469-19FD8EE32D0C}"/>
                  </a:ext>
                </a:extLst>
              </p:cNvPr>
              <p:cNvSpPr txBox="1"/>
              <p:nvPr/>
            </p:nvSpPr>
            <p:spPr>
              <a:xfrm>
                <a:off x="6780932" y="3694436"/>
                <a:ext cx="9028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rPr>
                  <a:t>抗性基因</a:t>
                </a:r>
              </a:p>
            </p:txBody>
          </p:sp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74E99DF9-15B5-1344-F8F9-034A2B83111A}"/>
                  </a:ext>
                </a:extLst>
              </p:cNvPr>
              <p:cNvSpPr txBox="1"/>
              <p:nvPr/>
            </p:nvSpPr>
            <p:spPr>
              <a:xfrm>
                <a:off x="6780932" y="1695036"/>
                <a:ext cx="9028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rPr>
                  <a:t>目的基因</a:t>
                </a:r>
              </a:p>
            </p:txBody>
          </p:sp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8F2CF8E2-DC4B-2079-BB88-BC0912EF94AE}"/>
                  </a:ext>
                </a:extLst>
              </p:cNvPr>
              <p:cNvSpPr/>
              <p:nvPr/>
            </p:nvSpPr>
            <p:spPr>
              <a:xfrm>
                <a:off x="6510837" y="1967514"/>
                <a:ext cx="1440000" cy="108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38625501-3C67-B45F-40CB-C1D8EC75E60E}"/>
                  </a:ext>
                </a:extLst>
              </p:cNvPr>
              <p:cNvSpPr/>
              <p:nvPr/>
            </p:nvSpPr>
            <p:spPr>
              <a:xfrm>
                <a:off x="6510837" y="2218974"/>
                <a:ext cx="1440000" cy="108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718D5EFC-F325-AA2D-8C0E-F050C7B45541}"/>
                  </a:ext>
                </a:extLst>
              </p:cNvPr>
              <p:cNvSpPr/>
              <p:nvPr/>
            </p:nvSpPr>
            <p:spPr>
              <a:xfrm>
                <a:off x="6711157" y="3612178"/>
                <a:ext cx="1039359" cy="108000"/>
              </a:xfrm>
              <a:prstGeom prst="rect">
                <a:avLst/>
              </a:prstGeom>
              <a:solidFill>
                <a:srgbClr val="B7836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62" name="矩形 161">
                <a:extLst>
                  <a:ext uri="{FF2B5EF4-FFF2-40B4-BE49-F238E27FC236}">
                    <a16:creationId xmlns:a16="http://schemas.microsoft.com/office/drawing/2014/main" id="{F7AC2A74-1266-8F7B-830B-FDFB02F03C9D}"/>
                  </a:ext>
                </a:extLst>
              </p:cNvPr>
              <p:cNvSpPr/>
              <p:nvPr/>
            </p:nvSpPr>
            <p:spPr>
              <a:xfrm>
                <a:off x="5430837" y="2370246"/>
                <a:ext cx="1080000" cy="45719"/>
              </a:xfrm>
              <a:prstGeom prst="rect">
                <a:avLst/>
              </a:prstGeom>
              <a:solidFill>
                <a:srgbClr val="E1DACD"/>
              </a:solidFill>
              <a:ln w="635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grpSp>
            <p:nvGrpSpPr>
              <p:cNvPr id="173" name="组合 172">
                <a:extLst>
                  <a:ext uri="{FF2B5EF4-FFF2-40B4-BE49-F238E27FC236}">
                    <a16:creationId xmlns:a16="http://schemas.microsoft.com/office/drawing/2014/main" id="{8DCCA207-7628-FD33-6F7D-3E17F9E5CE44}"/>
                  </a:ext>
                </a:extLst>
              </p:cNvPr>
              <p:cNvGrpSpPr/>
              <p:nvPr/>
            </p:nvGrpSpPr>
            <p:grpSpPr>
              <a:xfrm>
                <a:off x="6377091" y="3143548"/>
                <a:ext cx="1173570" cy="45720"/>
                <a:chOff x="6795135" y="3109258"/>
                <a:chExt cx="1173570" cy="108000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10" name="矩形 109">
                  <a:extLst>
                    <a:ext uri="{FF2B5EF4-FFF2-40B4-BE49-F238E27FC236}">
                      <a16:creationId xmlns:a16="http://schemas.microsoft.com/office/drawing/2014/main" id="{09A9CDA7-7679-A875-8129-6F6C694972D3}"/>
                    </a:ext>
                  </a:extLst>
                </p:cNvPr>
                <p:cNvSpPr/>
                <p:nvPr/>
              </p:nvSpPr>
              <p:spPr>
                <a:xfrm>
                  <a:off x="6795135" y="3109258"/>
                  <a:ext cx="1173570" cy="108000"/>
                </a:xfrm>
                <a:prstGeom prst="rect">
                  <a:avLst/>
                </a:prstGeom>
                <a:solidFill>
                  <a:srgbClr val="E1DAC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68" name="矩形 167">
                  <a:extLst>
                    <a:ext uri="{FF2B5EF4-FFF2-40B4-BE49-F238E27FC236}">
                      <a16:creationId xmlns:a16="http://schemas.microsoft.com/office/drawing/2014/main" id="{6B16011D-A465-FE78-224C-1AA52A99FB1F}"/>
                    </a:ext>
                  </a:extLst>
                </p:cNvPr>
                <p:cNvSpPr/>
                <p:nvPr/>
              </p:nvSpPr>
              <p:spPr>
                <a:xfrm>
                  <a:off x="7129201" y="3109258"/>
                  <a:ext cx="839504" cy="108000"/>
                </a:xfrm>
                <a:prstGeom prst="rect">
                  <a:avLst/>
                </a:prstGeom>
                <a:solidFill>
                  <a:srgbClr val="B7836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72" name="组合 171">
                <a:extLst>
                  <a:ext uri="{FF2B5EF4-FFF2-40B4-BE49-F238E27FC236}">
                    <a16:creationId xmlns:a16="http://schemas.microsoft.com/office/drawing/2014/main" id="{53FAC604-9124-3982-A523-2297E89D3191}"/>
                  </a:ext>
                </a:extLst>
              </p:cNvPr>
              <p:cNvGrpSpPr/>
              <p:nvPr/>
            </p:nvGrpSpPr>
            <p:grpSpPr>
              <a:xfrm>
                <a:off x="6908472" y="3243268"/>
                <a:ext cx="1174035" cy="45719"/>
                <a:chOff x="7329055" y="2559540"/>
                <a:chExt cx="1174035" cy="108000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70" name="矩形 169">
                  <a:extLst>
                    <a:ext uri="{FF2B5EF4-FFF2-40B4-BE49-F238E27FC236}">
                      <a16:creationId xmlns:a16="http://schemas.microsoft.com/office/drawing/2014/main" id="{798C4AA4-8960-4FEC-4D74-0A525F0E5CA0}"/>
                    </a:ext>
                  </a:extLst>
                </p:cNvPr>
                <p:cNvSpPr/>
                <p:nvPr/>
              </p:nvSpPr>
              <p:spPr>
                <a:xfrm>
                  <a:off x="7329520" y="2559540"/>
                  <a:ext cx="1173570" cy="108000"/>
                </a:xfrm>
                <a:prstGeom prst="rect">
                  <a:avLst/>
                </a:prstGeom>
                <a:solidFill>
                  <a:srgbClr val="E1DAC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71" name="矩形 170">
                  <a:extLst>
                    <a:ext uri="{FF2B5EF4-FFF2-40B4-BE49-F238E27FC236}">
                      <a16:creationId xmlns:a16="http://schemas.microsoft.com/office/drawing/2014/main" id="{AEC87E79-AD4A-3145-D54F-B8677B8A9776}"/>
                    </a:ext>
                  </a:extLst>
                </p:cNvPr>
                <p:cNvSpPr/>
                <p:nvPr/>
              </p:nvSpPr>
              <p:spPr>
                <a:xfrm>
                  <a:off x="7329055" y="2559540"/>
                  <a:ext cx="839504" cy="108000"/>
                </a:xfrm>
                <a:prstGeom prst="rect">
                  <a:avLst/>
                </a:prstGeom>
                <a:solidFill>
                  <a:srgbClr val="B7836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11000402020202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5AFF7347-436F-1797-C3E1-B66416621E5F}"/>
                  </a:ext>
                </a:extLst>
              </p:cNvPr>
              <p:cNvSpPr/>
              <p:nvPr/>
            </p:nvSpPr>
            <p:spPr>
              <a:xfrm>
                <a:off x="7950837" y="2370246"/>
                <a:ext cx="1080000" cy="45719"/>
              </a:xfrm>
              <a:prstGeom prst="rect">
                <a:avLst/>
              </a:prstGeom>
              <a:solidFill>
                <a:srgbClr val="E1DACD"/>
              </a:solidFill>
              <a:ln w="635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FE4E45F3-7A33-9E95-0B29-F868EC4B5F0A}"/>
                  </a:ext>
                </a:extLst>
              </p:cNvPr>
              <p:cNvSpPr txBox="1"/>
              <p:nvPr/>
            </p:nvSpPr>
            <p:spPr>
              <a:xfrm>
                <a:off x="5187259" y="2272974"/>
                <a:ext cx="2664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1</a:t>
                </a:r>
                <a:endParaRPr lang="zh-CN" altLang="en-US" sz="1200" dirty="0"/>
              </a:p>
            </p:txBody>
          </p:sp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573EB67F-AD87-6305-9A85-685B0F1C2DC9}"/>
                  </a:ext>
                </a:extLst>
              </p:cNvPr>
              <p:cNvSpPr txBox="1"/>
              <p:nvPr/>
            </p:nvSpPr>
            <p:spPr>
              <a:xfrm>
                <a:off x="9018970" y="2272973"/>
                <a:ext cx="2664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2</a:t>
                </a:r>
                <a:endParaRPr lang="zh-CN" altLang="en-US" sz="1200" dirty="0"/>
              </a:p>
            </p:txBody>
          </p:sp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E0C7F8C9-FDA8-EBFA-3837-57AF6DE93A44}"/>
                  </a:ext>
                </a:extLst>
              </p:cNvPr>
              <p:cNvSpPr txBox="1"/>
              <p:nvPr/>
            </p:nvSpPr>
            <p:spPr>
              <a:xfrm>
                <a:off x="6154092" y="3020267"/>
                <a:ext cx="2664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3</a:t>
                </a:r>
                <a:endParaRPr lang="zh-CN" altLang="en-US" sz="1200" dirty="0"/>
              </a:p>
            </p:txBody>
          </p:sp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F417DDAF-1763-4D84-1A2F-BE58BB04C036}"/>
                  </a:ext>
                </a:extLst>
              </p:cNvPr>
              <p:cNvSpPr txBox="1"/>
              <p:nvPr/>
            </p:nvSpPr>
            <p:spPr>
              <a:xfrm>
                <a:off x="8061205" y="3125874"/>
                <a:ext cx="2664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4</a:t>
                </a:r>
                <a:endParaRPr lang="zh-CN" altLang="en-US" sz="1200" dirty="0"/>
              </a:p>
            </p:txBody>
          </p:sp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239081C7-43A7-5964-416D-2E3DA95841D0}"/>
                  </a:ext>
                </a:extLst>
              </p:cNvPr>
              <p:cNvSpPr txBox="1"/>
              <p:nvPr/>
            </p:nvSpPr>
            <p:spPr>
              <a:xfrm>
                <a:off x="6410151" y="3982727"/>
                <a:ext cx="16413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/>
                  <a:t>1+3 </a:t>
                </a:r>
                <a:r>
                  <a:rPr lang="zh-CN" altLang="en-US" sz="1200" dirty="0"/>
                  <a:t>→ </a:t>
                </a:r>
                <a:r>
                  <a:rPr lang="en-US" altLang="zh-CN" sz="1200" dirty="0"/>
                  <a:t>A</a:t>
                </a:r>
              </a:p>
              <a:p>
                <a:pPr algn="ctr"/>
                <a:r>
                  <a:rPr lang="en-US" altLang="zh-CN" sz="1200" dirty="0"/>
                  <a:t>2+4 </a:t>
                </a:r>
                <a:r>
                  <a:rPr lang="zh-CN" altLang="en-US" sz="1200" dirty="0"/>
                  <a:t>→ </a:t>
                </a:r>
                <a:r>
                  <a:rPr lang="en-US" altLang="zh-CN" sz="1200" dirty="0"/>
                  <a:t>B</a:t>
                </a:r>
                <a:endParaRPr lang="zh-CN" altLang="en-US" sz="1200" dirty="0"/>
              </a:p>
            </p:txBody>
          </p:sp>
          <p:cxnSp>
            <p:nvCxnSpPr>
              <p:cNvPr id="186" name="直接连接符 185">
                <a:extLst>
                  <a:ext uri="{FF2B5EF4-FFF2-40B4-BE49-F238E27FC236}">
                    <a16:creationId xmlns:a16="http://schemas.microsoft.com/office/drawing/2014/main" id="{C44D8521-8C66-B57E-C834-3E3770CC59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75501" y="2393106"/>
                <a:ext cx="200320" cy="773302"/>
              </a:xfrm>
              <a:prstGeom prst="line">
                <a:avLst/>
              </a:prstGeom>
              <a:ln>
                <a:solidFill>
                  <a:srgbClr val="E1DACD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直接连接符 189">
                <a:extLst>
                  <a:ext uri="{FF2B5EF4-FFF2-40B4-BE49-F238E27FC236}">
                    <a16:creationId xmlns:a16="http://schemas.microsoft.com/office/drawing/2014/main" id="{C78A3029-1DDF-ECB0-BE9C-88CE7244D2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76961" y="2393106"/>
                <a:ext cx="202861" cy="873022"/>
              </a:xfrm>
              <a:prstGeom prst="line">
                <a:avLst/>
              </a:prstGeom>
              <a:ln>
                <a:solidFill>
                  <a:srgbClr val="E1DACD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7155441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Office PowerPoint</Application>
  <PresentationFormat>宽屏</PresentationFormat>
  <Paragraphs>18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Haizhao T.</dc:creator>
  <cp:lastModifiedBy>Haizhao T.</cp:lastModifiedBy>
  <cp:revision>1</cp:revision>
  <dcterms:created xsi:type="dcterms:W3CDTF">2026-06-15T04:47:59Z</dcterms:created>
  <dcterms:modified xsi:type="dcterms:W3CDTF">2026-06-15T04:48:08Z</dcterms:modified>
</cp:coreProperties>
</file>