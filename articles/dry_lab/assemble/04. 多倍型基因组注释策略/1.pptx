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6" r:id="rId2"/>
  </p:sldIdLst>
  <p:sldSz cx="12192000" cy="6858000"/>
  <p:notesSz cx="6858000" cy="9144000"/>
  <p:defaultTextStyle>
    <a:defPPr>
      <a:defRPr lang="zh-CN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 snapToGrid="0">
      <p:cViewPr varScale="1">
        <p:scale>
          <a:sx n="85" d="100"/>
          <a:sy n="85" d="100"/>
        </p:scale>
        <p:origin x="398" y="55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3" Type="http://schemas.openxmlformats.org/officeDocument/2006/relationships/presProps" Target="pres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tableStyles" Target="tableStyles.xml"/><Relationship Id="rId5" Type="http://schemas.openxmlformats.org/officeDocument/2006/relationships/theme" Target="theme/theme1.xml"/><Relationship Id="rId4" Type="http://schemas.openxmlformats.org/officeDocument/2006/relationships/viewProps" Target="viewProp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标题幻灯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5D79DE0E-EBE6-1FCA-648A-C44D269D420E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副标题 2">
            <a:extLst>
              <a:ext uri="{FF2B5EF4-FFF2-40B4-BE49-F238E27FC236}">
                <a16:creationId xmlns:a16="http://schemas.microsoft.com/office/drawing/2014/main" id="{79E43610-FB9D-FEBD-C943-6908CCB12BC2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zh-CN" altLang="en-US"/>
              <a:t>单击此处编辑母版副标题样式</a:t>
            </a:r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id="{D1F00B46-F4AD-F5FB-C668-62C7D5A76CB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002E18C-18EC-49BE-9709-46511D2EFAC0}" type="datetimeFigureOut">
              <a:rPr lang="zh-CN" altLang="en-US" smtClean="0"/>
              <a:t>2026/8/27</a:t>
            </a:fld>
            <a:endParaRPr lang="zh-CN" altLang="en-US"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089424B9-7643-2EC2-21DD-3B57D61A523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AE2E3E1F-C365-40D5-441E-B19C64D16B0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5D36CCA-ADA1-460F-8F62-6430F905B55C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706779440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标题和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EA9EAFAC-C463-71D9-35A3-54E5246DA46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内容占位符 2">
            <a:extLst>
              <a:ext uri="{FF2B5EF4-FFF2-40B4-BE49-F238E27FC236}">
                <a16:creationId xmlns:a16="http://schemas.microsoft.com/office/drawing/2014/main" id="{E9BA7F65-492E-38C4-0C47-1B1F515C1D54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id="{677BDD4A-0989-597F-E2E9-58E0F18EE45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002E18C-18EC-49BE-9709-46511D2EFAC0}" type="datetimeFigureOut">
              <a:rPr lang="zh-CN" altLang="en-US" smtClean="0"/>
              <a:t>2026/8/27</a:t>
            </a:fld>
            <a:endParaRPr lang="zh-CN" altLang="en-US"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0C617870-350E-26C6-9CBC-E782CBE29A0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1DC25AC5-CAD9-B3F8-01DC-44306FA0483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5D36CCA-ADA1-460F-8F62-6430F905B55C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61455047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节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4CEA1B44-2B2C-901B-5203-2C02272C266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文本占位符 2">
            <a:extLst>
              <a:ext uri="{FF2B5EF4-FFF2-40B4-BE49-F238E27FC236}">
                <a16:creationId xmlns:a16="http://schemas.microsoft.com/office/drawing/2014/main" id="{B2835443-63EB-BD22-0505-B28ED4C039C4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82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id="{6859E902-BB02-CF88-7456-14B3876B966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002E18C-18EC-49BE-9709-46511D2EFAC0}" type="datetimeFigureOut">
              <a:rPr lang="zh-CN" altLang="en-US" smtClean="0"/>
              <a:t>2026/8/27</a:t>
            </a:fld>
            <a:endParaRPr lang="zh-CN" altLang="en-US"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64305928-F491-7F5B-AA89-BDCBFA0DF5E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9179AAD7-11A0-54EC-610A-EF582E82D33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5D36CCA-ADA1-460F-8F62-6430F905B55C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75001029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两栏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F24DABA1-4AB9-0348-8974-7368E37BB80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内容占位符 2">
            <a:extLst>
              <a:ext uri="{FF2B5EF4-FFF2-40B4-BE49-F238E27FC236}">
                <a16:creationId xmlns:a16="http://schemas.microsoft.com/office/drawing/2014/main" id="{0E0A2E3C-A1E6-AE82-B063-E3463207B0EB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4" name="内容占位符 3">
            <a:extLst>
              <a:ext uri="{FF2B5EF4-FFF2-40B4-BE49-F238E27FC236}">
                <a16:creationId xmlns:a16="http://schemas.microsoft.com/office/drawing/2014/main" id="{A7596760-F011-DA72-56CA-6D4937FD945B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5" name="日期占位符 4">
            <a:extLst>
              <a:ext uri="{FF2B5EF4-FFF2-40B4-BE49-F238E27FC236}">
                <a16:creationId xmlns:a16="http://schemas.microsoft.com/office/drawing/2014/main" id="{3FC95AC7-1EDE-0718-3C71-C89E354A8CD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002E18C-18EC-49BE-9709-46511D2EFAC0}" type="datetimeFigureOut">
              <a:rPr lang="zh-CN" altLang="en-US" smtClean="0"/>
              <a:t>2026/8/27</a:t>
            </a:fld>
            <a:endParaRPr lang="zh-CN" altLang="en-US"/>
          </a:p>
        </p:txBody>
      </p:sp>
      <p:sp>
        <p:nvSpPr>
          <p:cNvPr id="6" name="页脚占位符 5">
            <a:extLst>
              <a:ext uri="{FF2B5EF4-FFF2-40B4-BE49-F238E27FC236}">
                <a16:creationId xmlns:a16="http://schemas.microsoft.com/office/drawing/2014/main" id="{56E24B99-316C-A605-8371-67AC4229A1D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7" name="灯片编号占位符 6">
            <a:extLst>
              <a:ext uri="{FF2B5EF4-FFF2-40B4-BE49-F238E27FC236}">
                <a16:creationId xmlns:a16="http://schemas.microsoft.com/office/drawing/2014/main" id="{6FB2C31A-670B-4BD2-53FD-A738BD5ACFB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5D36CCA-ADA1-460F-8F62-6430F905B55C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016836853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比较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25FD1218-0C87-8667-15F9-4F6D446977F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文本占位符 2">
            <a:extLst>
              <a:ext uri="{FF2B5EF4-FFF2-40B4-BE49-F238E27FC236}">
                <a16:creationId xmlns:a16="http://schemas.microsoft.com/office/drawing/2014/main" id="{E170BF19-898C-4838-6C1B-55A1B73AD99D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4" name="内容占位符 3">
            <a:extLst>
              <a:ext uri="{FF2B5EF4-FFF2-40B4-BE49-F238E27FC236}">
                <a16:creationId xmlns:a16="http://schemas.microsoft.com/office/drawing/2014/main" id="{E3A6C5DF-528A-9591-9529-09DF27BD579B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5" name="文本占位符 4">
            <a:extLst>
              <a:ext uri="{FF2B5EF4-FFF2-40B4-BE49-F238E27FC236}">
                <a16:creationId xmlns:a16="http://schemas.microsoft.com/office/drawing/2014/main" id="{5BBF1D67-8CC7-6F1D-D2A8-5A29B13E92F5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6" name="内容占位符 5">
            <a:extLst>
              <a:ext uri="{FF2B5EF4-FFF2-40B4-BE49-F238E27FC236}">
                <a16:creationId xmlns:a16="http://schemas.microsoft.com/office/drawing/2014/main" id="{9262E35A-86EE-744F-2353-8158E1EAAEFD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7" name="日期占位符 6">
            <a:extLst>
              <a:ext uri="{FF2B5EF4-FFF2-40B4-BE49-F238E27FC236}">
                <a16:creationId xmlns:a16="http://schemas.microsoft.com/office/drawing/2014/main" id="{63AD6439-A933-08FC-1D6B-6B3C5D6E24B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002E18C-18EC-49BE-9709-46511D2EFAC0}" type="datetimeFigureOut">
              <a:rPr lang="zh-CN" altLang="en-US" smtClean="0"/>
              <a:t>2026/8/27</a:t>
            </a:fld>
            <a:endParaRPr lang="zh-CN" altLang="en-US"/>
          </a:p>
        </p:txBody>
      </p:sp>
      <p:sp>
        <p:nvSpPr>
          <p:cNvPr id="8" name="页脚占位符 7">
            <a:extLst>
              <a:ext uri="{FF2B5EF4-FFF2-40B4-BE49-F238E27FC236}">
                <a16:creationId xmlns:a16="http://schemas.microsoft.com/office/drawing/2014/main" id="{A6FE3FD5-40F8-5618-43A7-F413E9BB908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9" name="灯片编号占位符 8">
            <a:extLst>
              <a:ext uri="{FF2B5EF4-FFF2-40B4-BE49-F238E27FC236}">
                <a16:creationId xmlns:a16="http://schemas.microsoft.com/office/drawing/2014/main" id="{B448C3F5-CD18-0CC3-19B4-2FD09EDB0EE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5D36CCA-ADA1-460F-8F62-6430F905B55C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950933885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仅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CE10847C-F408-F5D3-26F3-16F738E953D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日期占位符 2">
            <a:extLst>
              <a:ext uri="{FF2B5EF4-FFF2-40B4-BE49-F238E27FC236}">
                <a16:creationId xmlns:a16="http://schemas.microsoft.com/office/drawing/2014/main" id="{55DA91DC-F774-468C-E1B5-9ADFEB45198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002E18C-18EC-49BE-9709-46511D2EFAC0}" type="datetimeFigureOut">
              <a:rPr lang="zh-CN" altLang="en-US" smtClean="0"/>
              <a:t>2026/8/27</a:t>
            </a:fld>
            <a:endParaRPr lang="zh-CN" altLang="en-US"/>
          </a:p>
        </p:txBody>
      </p:sp>
      <p:sp>
        <p:nvSpPr>
          <p:cNvPr id="4" name="页脚占位符 3">
            <a:extLst>
              <a:ext uri="{FF2B5EF4-FFF2-40B4-BE49-F238E27FC236}">
                <a16:creationId xmlns:a16="http://schemas.microsoft.com/office/drawing/2014/main" id="{53C0BE8F-C1F9-AD68-E242-5BDA156CBC6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5" name="灯片编号占位符 4">
            <a:extLst>
              <a:ext uri="{FF2B5EF4-FFF2-40B4-BE49-F238E27FC236}">
                <a16:creationId xmlns:a16="http://schemas.microsoft.com/office/drawing/2014/main" id="{451173CF-0310-AE5E-512C-E69B40FD053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5D36CCA-ADA1-460F-8F62-6430F905B55C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539157152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空白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日期占位符 1">
            <a:extLst>
              <a:ext uri="{FF2B5EF4-FFF2-40B4-BE49-F238E27FC236}">
                <a16:creationId xmlns:a16="http://schemas.microsoft.com/office/drawing/2014/main" id="{FDDD7DD8-8CB3-ECCF-15F5-ED9031BB13F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002E18C-18EC-49BE-9709-46511D2EFAC0}" type="datetimeFigureOut">
              <a:rPr lang="zh-CN" altLang="en-US" smtClean="0"/>
              <a:t>2026/8/27</a:t>
            </a:fld>
            <a:endParaRPr lang="zh-CN" altLang="en-US"/>
          </a:p>
        </p:txBody>
      </p:sp>
      <p:sp>
        <p:nvSpPr>
          <p:cNvPr id="3" name="页脚占位符 2">
            <a:extLst>
              <a:ext uri="{FF2B5EF4-FFF2-40B4-BE49-F238E27FC236}">
                <a16:creationId xmlns:a16="http://schemas.microsoft.com/office/drawing/2014/main" id="{054E5924-65F3-3DC3-82E6-CE3AA6AAE00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4" name="灯片编号占位符 3">
            <a:extLst>
              <a:ext uri="{FF2B5EF4-FFF2-40B4-BE49-F238E27FC236}">
                <a16:creationId xmlns:a16="http://schemas.microsoft.com/office/drawing/2014/main" id="{48056DC8-5B29-D041-353F-5618531F689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5D36CCA-ADA1-460F-8F62-6430F905B55C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75683269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内容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39A6DD89-8BD0-B913-C381-5C29B894922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内容占位符 2">
            <a:extLst>
              <a:ext uri="{FF2B5EF4-FFF2-40B4-BE49-F238E27FC236}">
                <a16:creationId xmlns:a16="http://schemas.microsoft.com/office/drawing/2014/main" id="{F0270D84-4F04-85DF-885E-77D7846375A9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4" name="文本占位符 3">
            <a:extLst>
              <a:ext uri="{FF2B5EF4-FFF2-40B4-BE49-F238E27FC236}">
                <a16:creationId xmlns:a16="http://schemas.microsoft.com/office/drawing/2014/main" id="{3AAA0F31-70FC-911C-3099-35CA32ABBF16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5" name="日期占位符 4">
            <a:extLst>
              <a:ext uri="{FF2B5EF4-FFF2-40B4-BE49-F238E27FC236}">
                <a16:creationId xmlns:a16="http://schemas.microsoft.com/office/drawing/2014/main" id="{D61F7927-D7D2-7623-448A-D415CE63EE2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002E18C-18EC-49BE-9709-46511D2EFAC0}" type="datetimeFigureOut">
              <a:rPr lang="zh-CN" altLang="en-US" smtClean="0"/>
              <a:t>2026/8/27</a:t>
            </a:fld>
            <a:endParaRPr lang="zh-CN" altLang="en-US"/>
          </a:p>
        </p:txBody>
      </p:sp>
      <p:sp>
        <p:nvSpPr>
          <p:cNvPr id="6" name="页脚占位符 5">
            <a:extLst>
              <a:ext uri="{FF2B5EF4-FFF2-40B4-BE49-F238E27FC236}">
                <a16:creationId xmlns:a16="http://schemas.microsoft.com/office/drawing/2014/main" id="{A34BAF45-7F40-E505-0A51-DA7ADD65C4C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7" name="灯片编号占位符 6">
            <a:extLst>
              <a:ext uri="{FF2B5EF4-FFF2-40B4-BE49-F238E27FC236}">
                <a16:creationId xmlns:a16="http://schemas.microsoft.com/office/drawing/2014/main" id="{0EA4DD0E-6157-C50A-763C-3995EA47836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5D36CCA-ADA1-460F-8F62-6430F905B55C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497707721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图片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B6BC483A-9694-67F2-C0E6-009AB8E16B4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图片占位符 2">
            <a:extLst>
              <a:ext uri="{FF2B5EF4-FFF2-40B4-BE49-F238E27FC236}">
                <a16:creationId xmlns:a16="http://schemas.microsoft.com/office/drawing/2014/main" id="{D12C6436-431C-B32D-7950-BFF0633A064D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zh-CN" altLang="en-US"/>
          </a:p>
        </p:txBody>
      </p:sp>
      <p:sp>
        <p:nvSpPr>
          <p:cNvPr id="4" name="文本占位符 3">
            <a:extLst>
              <a:ext uri="{FF2B5EF4-FFF2-40B4-BE49-F238E27FC236}">
                <a16:creationId xmlns:a16="http://schemas.microsoft.com/office/drawing/2014/main" id="{5261BCDF-21BA-D605-D20A-CF2F89060178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5" name="日期占位符 4">
            <a:extLst>
              <a:ext uri="{FF2B5EF4-FFF2-40B4-BE49-F238E27FC236}">
                <a16:creationId xmlns:a16="http://schemas.microsoft.com/office/drawing/2014/main" id="{3D13970B-91FF-7432-FF80-814D5D89D69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002E18C-18EC-49BE-9709-46511D2EFAC0}" type="datetimeFigureOut">
              <a:rPr lang="zh-CN" altLang="en-US" smtClean="0"/>
              <a:t>2026/8/27</a:t>
            </a:fld>
            <a:endParaRPr lang="zh-CN" altLang="en-US"/>
          </a:p>
        </p:txBody>
      </p:sp>
      <p:sp>
        <p:nvSpPr>
          <p:cNvPr id="6" name="页脚占位符 5">
            <a:extLst>
              <a:ext uri="{FF2B5EF4-FFF2-40B4-BE49-F238E27FC236}">
                <a16:creationId xmlns:a16="http://schemas.microsoft.com/office/drawing/2014/main" id="{6817D475-D8BF-88FE-68BD-49B5ABE4E15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7" name="灯片编号占位符 6">
            <a:extLst>
              <a:ext uri="{FF2B5EF4-FFF2-40B4-BE49-F238E27FC236}">
                <a16:creationId xmlns:a16="http://schemas.microsoft.com/office/drawing/2014/main" id="{E1DAD492-B291-5200-07BB-9634CF4D1E5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5D36CCA-ADA1-460F-8F62-6430F905B55C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400777968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标题和竖排文字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F11DE517-1C45-B6A9-3F5E-48DB4D67356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竖排文字占位符 2">
            <a:extLst>
              <a:ext uri="{FF2B5EF4-FFF2-40B4-BE49-F238E27FC236}">
                <a16:creationId xmlns:a16="http://schemas.microsoft.com/office/drawing/2014/main" id="{12B5D70C-43BF-F9B0-0AEA-30A320633C65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id="{EA990130-6431-5BC6-C8FC-119E9E90C88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002E18C-18EC-49BE-9709-46511D2EFAC0}" type="datetimeFigureOut">
              <a:rPr lang="zh-CN" altLang="en-US" smtClean="0"/>
              <a:t>2026/8/27</a:t>
            </a:fld>
            <a:endParaRPr lang="zh-CN" altLang="en-US"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03788854-0A74-5F1F-4174-CCAD034D970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E97C3AD8-34F8-0560-CA51-60D03516774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5D36CCA-ADA1-460F-8F62-6430F905B55C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206178309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竖排标题与文本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竖排标题 1">
            <a:extLst>
              <a:ext uri="{FF2B5EF4-FFF2-40B4-BE49-F238E27FC236}">
                <a16:creationId xmlns:a16="http://schemas.microsoft.com/office/drawing/2014/main" id="{AABBDEB7-3B41-B844-7A0F-2B278EF069D0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竖排文字占位符 2">
            <a:extLst>
              <a:ext uri="{FF2B5EF4-FFF2-40B4-BE49-F238E27FC236}">
                <a16:creationId xmlns:a16="http://schemas.microsoft.com/office/drawing/2014/main" id="{260D85ED-7A1B-8BE9-46EB-DD62166FEEE4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id="{AD797229-48AA-0547-DC76-98EAFE04727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002E18C-18EC-49BE-9709-46511D2EFAC0}" type="datetimeFigureOut">
              <a:rPr lang="zh-CN" altLang="en-US" smtClean="0"/>
              <a:t>2026/8/27</a:t>
            </a:fld>
            <a:endParaRPr lang="zh-CN" altLang="en-US"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89FD8BB0-B1B1-94F5-F1C4-E37D7346224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FB2E70BC-89A5-BC30-0D34-0725FF58E29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5D36CCA-ADA1-460F-8F62-6430F905B55C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786677574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占位符 1">
            <a:extLst>
              <a:ext uri="{FF2B5EF4-FFF2-40B4-BE49-F238E27FC236}">
                <a16:creationId xmlns:a16="http://schemas.microsoft.com/office/drawing/2014/main" id="{888F5653-FB6F-D545-F969-3E11ED8AACC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文本占位符 2">
            <a:extLst>
              <a:ext uri="{FF2B5EF4-FFF2-40B4-BE49-F238E27FC236}">
                <a16:creationId xmlns:a16="http://schemas.microsoft.com/office/drawing/2014/main" id="{3729C77D-13BB-2300-5737-D311A1869A42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id="{CC4E8A7A-9529-CFE8-7299-4293BFD22970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E002E18C-18EC-49BE-9709-46511D2EFAC0}" type="datetimeFigureOut">
              <a:rPr lang="zh-CN" altLang="en-US" smtClean="0"/>
              <a:t>2026/8/27</a:t>
            </a:fld>
            <a:endParaRPr lang="zh-CN" altLang="en-US"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984D85FA-7795-2B82-4A23-E598B1D135C0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lang="zh-CN" altLang="en-US"/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4805591C-ABB1-3E73-25C1-635CE646B26B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25D36CCA-ADA1-460F-8F62-6430F905B55C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05066677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zh-CN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10" name="组合 109">
            <a:extLst>
              <a:ext uri="{FF2B5EF4-FFF2-40B4-BE49-F238E27FC236}">
                <a16:creationId xmlns:a16="http://schemas.microsoft.com/office/drawing/2014/main" id="{5F0A0024-570C-BB7A-6C9E-57BA2E5BFB32}"/>
              </a:ext>
            </a:extLst>
          </p:cNvPr>
          <p:cNvGrpSpPr/>
          <p:nvPr/>
        </p:nvGrpSpPr>
        <p:grpSpPr>
          <a:xfrm>
            <a:off x="856445" y="946597"/>
            <a:ext cx="8029978" cy="4134118"/>
            <a:chOff x="856445" y="946597"/>
            <a:chExt cx="8029978" cy="4134118"/>
          </a:xfrm>
        </p:grpSpPr>
        <p:sp>
          <p:nvSpPr>
            <p:cNvPr id="109" name="矩形 108">
              <a:extLst>
                <a:ext uri="{FF2B5EF4-FFF2-40B4-BE49-F238E27FC236}">
                  <a16:creationId xmlns:a16="http://schemas.microsoft.com/office/drawing/2014/main" id="{087928C0-9D73-BDBD-9CCF-3E49BD7670F1}"/>
                </a:ext>
              </a:extLst>
            </p:cNvPr>
            <p:cNvSpPr/>
            <p:nvPr/>
          </p:nvSpPr>
          <p:spPr>
            <a:xfrm>
              <a:off x="856445" y="946597"/>
              <a:ext cx="8029978" cy="4134118"/>
            </a:xfrm>
            <a:prstGeom prst="rect">
              <a:avLst/>
            </a:prstGeom>
            <a:solidFill>
              <a:schemeClr val="bg1"/>
            </a:solidFill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grpSp>
          <p:nvGrpSpPr>
            <p:cNvPr id="108" name="组合 107">
              <a:extLst>
                <a:ext uri="{FF2B5EF4-FFF2-40B4-BE49-F238E27FC236}">
                  <a16:creationId xmlns:a16="http://schemas.microsoft.com/office/drawing/2014/main" id="{BFD83398-1B54-256A-319E-93D956357195}"/>
                </a:ext>
              </a:extLst>
            </p:cNvPr>
            <p:cNvGrpSpPr/>
            <p:nvPr/>
          </p:nvGrpSpPr>
          <p:grpSpPr>
            <a:xfrm>
              <a:off x="1253544" y="1160667"/>
              <a:ext cx="7200000" cy="3600000"/>
              <a:chOff x="1253544" y="1160667"/>
              <a:chExt cx="7200000" cy="3600000"/>
            </a:xfrm>
          </p:grpSpPr>
          <p:sp>
            <p:nvSpPr>
              <p:cNvPr id="4" name="矩形 3">
                <a:extLst>
                  <a:ext uri="{FF2B5EF4-FFF2-40B4-BE49-F238E27FC236}">
                    <a16:creationId xmlns:a16="http://schemas.microsoft.com/office/drawing/2014/main" id="{523C8F47-85AB-DE99-7B23-7CD07EC66096}"/>
                  </a:ext>
                </a:extLst>
              </p:cNvPr>
              <p:cNvSpPr/>
              <p:nvPr/>
            </p:nvSpPr>
            <p:spPr>
              <a:xfrm>
                <a:off x="1253544" y="1462665"/>
                <a:ext cx="7200000" cy="144000"/>
              </a:xfrm>
              <a:prstGeom prst="rect">
                <a:avLst/>
              </a:prstGeom>
              <a:solidFill>
                <a:srgbClr val="CCA7A7"/>
              </a:solidFill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 dirty="0"/>
              </a:p>
            </p:txBody>
          </p:sp>
          <p:sp>
            <p:nvSpPr>
              <p:cNvPr id="6" name="矩形 5">
                <a:extLst>
                  <a:ext uri="{FF2B5EF4-FFF2-40B4-BE49-F238E27FC236}">
                    <a16:creationId xmlns:a16="http://schemas.microsoft.com/office/drawing/2014/main" id="{0ADBE2FD-6431-A100-450D-E0695CA4C478}"/>
                  </a:ext>
                </a:extLst>
              </p:cNvPr>
              <p:cNvSpPr/>
              <p:nvPr/>
            </p:nvSpPr>
            <p:spPr>
              <a:xfrm>
                <a:off x="1253544" y="1937999"/>
                <a:ext cx="7200000" cy="144000"/>
              </a:xfrm>
              <a:prstGeom prst="rect">
                <a:avLst/>
              </a:prstGeom>
              <a:solidFill>
                <a:srgbClr val="CCA7A7"/>
              </a:solidFill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 dirty="0"/>
              </a:p>
            </p:txBody>
          </p:sp>
          <p:sp>
            <p:nvSpPr>
              <p:cNvPr id="7" name="矩形 6">
                <a:extLst>
                  <a:ext uri="{FF2B5EF4-FFF2-40B4-BE49-F238E27FC236}">
                    <a16:creationId xmlns:a16="http://schemas.microsoft.com/office/drawing/2014/main" id="{9DA02D44-D5BD-1715-49EF-F0E9A680335B}"/>
                  </a:ext>
                </a:extLst>
              </p:cNvPr>
              <p:cNvSpPr/>
              <p:nvPr/>
            </p:nvSpPr>
            <p:spPr>
              <a:xfrm>
                <a:off x="1253544" y="2413333"/>
                <a:ext cx="7200000" cy="144000"/>
              </a:xfrm>
              <a:prstGeom prst="rect">
                <a:avLst/>
              </a:prstGeom>
              <a:solidFill>
                <a:srgbClr val="CCA7A7"/>
              </a:solidFill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 dirty="0"/>
              </a:p>
            </p:txBody>
          </p:sp>
          <p:sp>
            <p:nvSpPr>
              <p:cNvPr id="8" name="矩形 7">
                <a:extLst>
                  <a:ext uri="{FF2B5EF4-FFF2-40B4-BE49-F238E27FC236}">
                    <a16:creationId xmlns:a16="http://schemas.microsoft.com/office/drawing/2014/main" id="{124AF0F5-CDEA-AC61-541C-F7926A5BB0F6}"/>
                  </a:ext>
                </a:extLst>
              </p:cNvPr>
              <p:cNvSpPr/>
              <p:nvPr/>
            </p:nvSpPr>
            <p:spPr>
              <a:xfrm>
                <a:off x="1253544" y="2888667"/>
                <a:ext cx="7200000" cy="144000"/>
              </a:xfrm>
              <a:prstGeom prst="rect">
                <a:avLst/>
              </a:prstGeom>
              <a:solidFill>
                <a:srgbClr val="CCA7A7"/>
              </a:solidFill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 dirty="0"/>
              </a:p>
            </p:txBody>
          </p:sp>
          <p:sp>
            <p:nvSpPr>
              <p:cNvPr id="10" name="矩形 9">
                <a:extLst>
                  <a:ext uri="{FF2B5EF4-FFF2-40B4-BE49-F238E27FC236}">
                    <a16:creationId xmlns:a16="http://schemas.microsoft.com/office/drawing/2014/main" id="{D16DF0A1-4799-C93D-ED22-A6F9E839A850}"/>
                  </a:ext>
                </a:extLst>
              </p:cNvPr>
              <p:cNvSpPr/>
              <p:nvPr/>
            </p:nvSpPr>
            <p:spPr>
              <a:xfrm>
                <a:off x="2669401" y="1846232"/>
                <a:ext cx="108000" cy="360000"/>
              </a:xfrm>
              <a:prstGeom prst="rect">
                <a:avLst/>
              </a:prstGeom>
              <a:solidFill>
                <a:schemeClr val="tx2">
                  <a:lumMod val="50000"/>
                  <a:lumOff val="50000"/>
                </a:schemeClr>
              </a:solidFill>
              <a:ln>
                <a:noFill/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/>
              </a:p>
            </p:txBody>
          </p:sp>
          <p:sp>
            <p:nvSpPr>
              <p:cNvPr id="11" name="矩形 10">
                <a:extLst>
                  <a:ext uri="{FF2B5EF4-FFF2-40B4-BE49-F238E27FC236}">
                    <a16:creationId xmlns:a16="http://schemas.microsoft.com/office/drawing/2014/main" id="{C6F72D11-E980-4B82-AF9A-B6874F26D425}"/>
                  </a:ext>
                </a:extLst>
              </p:cNvPr>
              <p:cNvSpPr/>
              <p:nvPr/>
            </p:nvSpPr>
            <p:spPr>
              <a:xfrm>
                <a:off x="1723087" y="1370084"/>
                <a:ext cx="108000" cy="360000"/>
              </a:xfrm>
              <a:prstGeom prst="rect">
                <a:avLst/>
              </a:prstGeom>
              <a:solidFill>
                <a:srgbClr val="432597"/>
              </a:solidFill>
              <a:ln>
                <a:noFill/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/>
              </a:p>
            </p:txBody>
          </p:sp>
          <p:sp>
            <p:nvSpPr>
              <p:cNvPr id="12" name="矩形 11">
                <a:extLst>
                  <a:ext uri="{FF2B5EF4-FFF2-40B4-BE49-F238E27FC236}">
                    <a16:creationId xmlns:a16="http://schemas.microsoft.com/office/drawing/2014/main" id="{E48EF88B-DE6F-7C03-1CE5-7A15CD99DCEA}"/>
                  </a:ext>
                </a:extLst>
              </p:cNvPr>
              <p:cNvSpPr/>
              <p:nvPr/>
            </p:nvSpPr>
            <p:spPr>
              <a:xfrm>
                <a:off x="3665100" y="1370084"/>
                <a:ext cx="108000" cy="360000"/>
              </a:xfrm>
              <a:prstGeom prst="rect">
                <a:avLst/>
              </a:prstGeom>
              <a:solidFill>
                <a:schemeClr val="accent2">
                  <a:lumMod val="60000"/>
                  <a:lumOff val="40000"/>
                </a:schemeClr>
              </a:solidFill>
              <a:ln>
                <a:noFill/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/>
              </a:p>
            </p:txBody>
          </p:sp>
          <p:sp>
            <p:nvSpPr>
              <p:cNvPr id="15" name="矩形 14">
                <a:extLst>
                  <a:ext uri="{FF2B5EF4-FFF2-40B4-BE49-F238E27FC236}">
                    <a16:creationId xmlns:a16="http://schemas.microsoft.com/office/drawing/2014/main" id="{F4CCC68A-C03A-EEE9-F010-D48B11AAC6FE}"/>
                  </a:ext>
                </a:extLst>
              </p:cNvPr>
              <p:cNvSpPr/>
              <p:nvPr/>
            </p:nvSpPr>
            <p:spPr>
              <a:xfrm>
                <a:off x="6815228" y="1370084"/>
                <a:ext cx="108000" cy="360000"/>
              </a:xfrm>
              <a:prstGeom prst="rect">
                <a:avLst/>
              </a:prstGeom>
              <a:solidFill>
                <a:schemeClr val="accent4">
                  <a:lumMod val="40000"/>
                  <a:lumOff val="60000"/>
                </a:schemeClr>
              </a:solidFill>
              <a:ln>
                <a:noFill/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/>
              </a:p>
            </p:txBody>
          </p:sp>
          <p:sp>
            <p:nvSpPr>
              <p:cNvPr id="16" name="矩形 15">
                <a:extLst>
                  <a:ext uri="{FF2B5EF4-FFF2-40B4-BE49-F238E27FC236}">
                    <a16:creationId xmlns:a16="http://schemas.microsoft.com/office/drawing/2014/main" id="{20511CCF-8CAB-CCD8-4BA3-E321A081C068}"/>
                  </a:ext>
                </a:extLst>
              </p:cNvPr>
              <p:cNvSpPr/>
              <p:nvPr/>
            </p:nvSpPr>
            <p:spPr>
              <a:xfrm>
                <a:off x="8060163" y="1370084"/>
                <a:ext cx="108000" cy="360000"/>
              </a:xfrm>
              <a:prstGeom prst="rect">
                <a:avLst/>
              </a:prstGeom>
              <a:solidFill>
                <a:schemeClr val="accent5">
                  <a:lumMod val="75000"/>
                </a:schemeClr>
              </a:solidFill>
              <a:ln>
                <a:noFill/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/>
              </a:p>
            </p:txBody>
          </p:sp>
          <p:sp>
            <p:nvSpPr>
              <p:cNvPr id="17" name="矩形 16">
                <a:extLst>
                  <a:ext uri="{FF2B5EF4-FFF2-40B4-BE49-F238E27FC236}">
                    <a16:creationId xmlns:a16="http://schemas.microsoft.com/office/drawing/2014/main" id="{575CB485-180B-FE79-C450-E88DC0C34422}"/>
                  </a:ext>
                </a:extLst>
              </p:cNvPr>
              <p:cNvSpPr/>
              <p:nvPr/>
            </p:nvSpPr>
            <p:spPr>
              <a:xfrm>
                <a:off x="1723087" y="1845418"/>
                <a:ext cx="108000" cy="360000"/>
              </a:xfrm>
              <a:prstGeom prst="rect">
                <a:avLst/>
              </a:prstGeom>
              <a:solidFill>
                <a:srgbClr val="432597"/>
              </a:solidFill>
              <a:ln>
                <a:noFill/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/>
              </a:p>
            </p:txBody>
          </p:sp>
          <p:sp>
            <p:nvSpPr>
              <p:cNvPr id="18" name="矩形 17">
                <a:extLst>
                  <a:ext uri="{FF2B5EF4-FFF2-40B4-BE49-F238E27FC236}">
                    <a16:creationId xmlns:a16="http://schemas.microsoft.com/office/drawing/2014/main" id="{55E9D17B-B529-5214-2ED7-38184F4F0728}"/>
                  </a:ext>
                </a:extLst>
              </p:cNvPr>
              <p:cNvSpPr/>
              <p:nvPr/>
            </p:nvSpPr>
            <p:spPr>
              <a:xfrm>
                <a:off x="1723087" y="2320752"/>
                <a:ext cx="108000" cy="360000"/>
              </a:xfrm>
              <a:prstGeom prst="rect">
                <a:avLst/>
              </a:prstGeom>
              <a:solidFill>
                <a:srgbClr val="432597"/>
              </a:solidFill>
              <a:ln>
                <a:noFill/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/>
              </a:p>
            </p:txBody>
          </p:sp>
          <p:sp>
            <p:nvSpPr>
              <p:cNvPr id="19" name="矩形 18">
                <a:extLst>
                  <a:ext uri="{FF2B5EF4-FFF2-40B4-BE49-F238E27FC236}">
                    <a16:creationId xmlns:a16="http://schemas.microsoft.com/office/drawing/2014/main" id="{0A5D114D-CD3E-2680-82E4-3851DA37CBDC}"/>
                  </a:ext>
                </a:extLst>
              </p:cNvPr>
              <p:cNvSpPr/>
              <p:nvPr/>
            </p:nvSpPr>
            <p:spPr>
              <a:xfrm>
                <a:off x="1723087" y="2796086"/>
                <a:ext cx="108000" cy="360000"/>
              </a:xfrm>
              <a:prstGeom prst="rect">
                <a:avLst/>
              </a:prstGeom>
              <a:solidFill>
                <a:srgbClr val="432597"/>
              </a:solidFill>
              <a:ln>
                <a:noFill/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/>
              </a:p>
            </p:txBody>
          </p:sp>
          <p:sp>
            <p:nvSpPr>
              <p:cNvPr id="22" name="矩形 21">
                <a:extLst>
                  <a:ext uri="{FF2B5EF4-FFF2-40B4-BE49-F238E27FC236}">
                    <a16:creationId xmlns:a16="http://schemas.microsoft.com/office/drawing/2014/main" id="{DE38C195-C6A2-C85C-2936-70A5836B14AF}"/>
                  </a:ext>
                </a:extLst>
              </p:cNvPr>
              <p:cNvSpPr/>
              <p:nvPr/>
            </p:nvSpPr>
            <p:spPr>
              <a:xfrm>
                <a:off x="1253544" y="3364001"/>
                <a:ext cx="7200000" cy="144000"/>
              </a:xfrm>
              <a:prstGeom prst="rect">
                <a:avLst/>
              </a:prstGeom>
              <a:solidFill>
                <a:srgbClr val="CCA7A7"/>
              </a:solidFill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 dirty="0"/>
              </a:p>
            </p:txBody>
          </p:sp>
          <p:sp>
            <p:nvSpPr>
              <p:cNvPr id="23" name="矩形 22">
                <a:extLst>
                  <a:ext uri="{FF2B5EF4-FFF2-40B4-BE49-F238E27FC236}">
                    <a16:creationId xmlns:a16="http://schemas.microsoft.com/office/drawing/2014/main" id="{8CF28294-4B48-2AB7-065A-2D66800DE176}"/>
                  </a:ext>
                </a:extLst>
              </p:cNvPr>
              <p:cNvSpPr/>
              <p:nvPr/>
            </p:nvSpPr>
            <p:spPr>
              <a:xfrm>
                <a:off x="1253544" y="3839335"/>
                <a:ext cx="7200000" cy="144000"/>
              </a:xfrm>
              <a:prstGeom prst="rect">
                <a:avLst/>
              </a:prstGeom>
              <a:solidFill>
                <a:srgbClr val="CCA7A7"/>
              </a:solidFill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 dirty="0"/>
              </a:p>
            </p:txBody>
          </p:sp>
          <p:sp>
            <p:nvSpPr>
              <p:cNvPr id="24" name="矩形 23">
                <a:extLst>
                  <a:ext uri="{FF2B5EF4-FFF2-40B4-BE49-F238E27FC236}">
                    <a16:creationId xmlns:a16="http://schemas.microsoft.com/office/drawing/2014/main" id="{DB064F3A-4EC8-DB48-C77A-3908B2BCAD8E}"/>
                  </a:ext>
                </a:extLst>
              </p:cNvPr>
              <p:cNvSpPr/>
              <p:nvPr/>
            </p:nvSpPr>
            <p:spPr>
              <a:xfrm>
                <a:off x="1723087" y="3271420"/>
                <a:ext cx="108000" cy="360000"/>
              </a:xfrm>
              <a:prstGeom prst="rect">
                <a:avLst/>
              </a:prstGeom>
              <a:solidFill>
                <a:srgbClr val="432597"/>
              </a:solidFill>
              <a:ln>
                <a:noFill/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/>
              </a:p>
            </p:txBody>
          </p:sp>
          <p:sp>
            <p:nvSpPr>
              <p:cNvPr id="25" name="矩形 24">
                <a:extLst>
                  <a:ext uri="{FF2B5EF4-FFF2-40B4-BE49-F238E27FC236}">
                    <a16:creationId xmlns:a16="http://schemas.microsoft.com/office/drawing/2014/main" id="{1B303D15-ADF0-3B02-3D17-B9FB06FFD9FC}"/>
                  </a:ext>
                </a:extLst>
              </p:cNvPr>
              <p:cNvSpPr/>
              <p:nvPr/>
            </p:nvSpPr>
            <p:spPr>
              <a:xfrm>
                <a:off x="1723087" y="3746754"/>
                <a:ext cx="108000" cy="360000"/>
              </a:xfrm>
              <a:prstGeom prst="rect">
                <a:avLst/>
              </a:prstGeom>
              <a:solidFill>
                <a:srgbClr val="432597"/>
              </a:solidFill>
              <a:ln>
                <a:noFill/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/>
              </a:p>
            </p:txBody>
          </p:sp>
          <p:cxnSp>
            <p:nvCxnSpPr>
              <p:cNvPr id="27" name="直接连接符 26">
                <a:extLst>
                  <a:ext uri="{FF2B5EF4-FFF2-40B4-BE49-F238E27FC236}">
                    <a16:creationId xmlns:a16="http://schemas.microsoft.com/office/drawing/2014/main" id="{6B644BED-E10E-CD04-A84D-E083B71E1283}"/>
                  </a:ext>
                </a:extLst>
              </p:cNvPr>
              <p:cNvCxnSpPr>
                <a:cxnSpLocks/>
                <a:stCxn id="11" idx="2"/>
                <a:endCxn id="17" idx="0"/>
              </p:cNvCxnSpPr>
              <p:nvPr/>
            </p:nvCxnSpPr>
            <p:spPr>
              <a:xfrm>
                <a:off x="1777087" y="1730084"/>
                <a:ext cx="0" cy="115334"/>
              </a:xfrm>
              <a:prstGeom prst="line">
                <a:avLst/>
              </a:prstGeom>
              <a:ln>
                <a:solidFill>
                  <a:srgbClr val="432597"/>
                </a:solidFill>
              </a:ln>
            </p:spPr>
            <p:style>
              <a:lnRef idx="2">
                <a:schemeClr val="accent1"/>
              </a:lnRef>
              <a:fillRef idx="0">
                <a:schemeClr val="accent1"/>
              </a:fillRef>
              <a:effectRef idx="1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29" name="直接连接符 28">
                <a:extLst>
                  <a:ext uri="{FF2B5EF4-FFF2-40B4-BE49-F238E27FC236}">
                    <a16:creationId xmlns:a16="http://schemas.microsoft.com/office/drawing/2014/main" id="{811D2D34-3DCB-F43C-8E37-6C2AE5B6D7CB}"/>
                  </a:ext>
                </a:extLst>
              </p:cNvPr>
              <p:cNvCxnSpPr>
                <a:cxnSpLocks/>
                <a:stCxn id="17" idx="2"/>
                <a:endCxn id="18" idx="0"/>
              </p:cNvCxnSpPr>
              <p:nvPr/>
            </p:nvCxnSpPr>
            <p:spPr>
              <a:xfrm>
                <a:off x="1777087" y="2205418"/>
                <a:ext cx="0" cy="115334"/>
              </a:xfrm>
              <a:prstGeom prst="line">
                <a:avLst/>
              </a:prstGeom>
              <a:ln>
                <a:solidFill>
                  <a:srgbClr val="432597"/>
                </a:solidFill>
              </a:ln>
            </p:spPr>
            <p:style>
              <a:lnRef idx="2">
                <a:schemeClr val="accent1"/>
              </a:lnRef>
              <a:fillRef idx="0">
                <a:schemeClr val="accent1"/>
              </a:fillRef>
              <a:effectRef idx="1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32" name="直接连接符 31">
                <a:extLst>
                  <a:ext uri="{FF2B5EF4-FFF2-40B4-BE49-F238E27FC236}">
                    <a16:creationId xmlns:a16="http://schemas.microsoft.com/office/drawing/2014/main" id="{26888EF1-C3C9-7AB3-A3D3-B036B4A83BA7}"/>
                  </a:ext>
                </a:extLst>
              </p:cNvPr>
              <p:cNvCxnSpPr>
                <a:cxnSpLocks/>
                <a:stCxn id="18" idx="2"/>
                <a:endCxn id="19" idx="0"/>
              </p:cNvCxnSpPr>
              <p:nvPr/>
            </p:nvCxnSpPr>
            <p:spPr>
              <a:xfrm>
                <a:off x="1777087" y="2680752"/>
                <a:ext cx="0" cy="115334"/>
              </a:xfrm>
              <a:prstGeom prst="line">
                <a:avLst/>
              </a:prstGeom>
              <a:ln>
                <a:solidFill>
                  <a:srgbClr val="432597"/>
                </a:solidFill>
              </a:ln>
            </p:spPr>
            <p:style>
              <a:lnRef idx="2">
                <a:schemeClr val="accent1"/>
              </a:lnRef>
              <a:fillRef idx="0">
                <a:schemeClr val="accent1"/>
              </a:fillRef>
              <a:effectRef idx="1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35" name="直接连接符 34">
                <a:extLst>
                  <a:ext uri="{FF2B5EF4-FFF2-40B4-BE49-F238E27FC236}">
                    <a16:creationId xmlns:a16="http://schemas.microsoft.com/office/drawing/2014/main" id="{DE5DED27-0637-F222-EAF1-7410CBD62642}"/>
                  </a:ext>
                </a:extLst>
              </p:cNvPr>
              <p:cNvCxnSpPr>
                <a:cxnSpLocks/>
                <a:stCxn id="19" idx="2"/>
                <a:endCxn id="24" idx="0"/>
              </p:cNvCxnSpPr>
              <p:nvPr/>
            </p:nvCxnSpPr>
            <p:spPr>
              <a:xfrm>
                <a:off x="1777087" y="3156086"/>
                <a:ext cx="0" cy="115334"/>
              </a:xfrm>
              <a:prstGeom prst="line">
                <a:avLst/>
              </a:prstGeom>
              <a:ln>
                <a:solidFill>
                  <a:srgbClr val="432597"/>
                </a:solidFill>
              </a:ln>
            </p:spPr>
            <p:style>
              <a:lnRef idx="2">
                <a:schemeClr val="accent1"/>
              </a:lnRef>
              <a:fillRef idx="0">
                <a:schemeClr val="accent1"/>
              </a:fillRef>
              <a:effectRef idx="1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39" name="直接连接符 38">
                <a:extLst>
                  <a:ext uri="{FF2B5EF4-FFF2-40B4-BE49-F238E27FC236}">
                    <a16:creationId xmlns:a16="http://schemas.microsoft.com/office/drawing/2014/main" id="{685B5785-94F4-338C-F139-771FB6C9B069}"/>
                  </a:ext>
                </a:extLst>
              </p:cNvPr>
              <p:cNvCxnSpPr>
                <a:cxnSpLocks/>
                <a:stCxn id="24" idx="2"/>
                <a:endCxn id="25" idx="0"/>
              </p:cNvCxnSpPr>
              <p:nvPr/>
            </p:nvCxnSpPr>
            <p:spPr>
              <a:xfrm>
                <a:off x="1777087" y="3631420"/>
                <a:ext cx="0" cy="115334"/>
              </a:xfrm>
              <a:prstGeom prst="line">
                <a:avLst/>
              </a:prstGeom>
              <a:ln>
                <a:solidFill>
                  <a:srgbClr val="432597"/>
                </a:solidFill>
              </a:ln>
            </p:spPr>
            <p:style>
              <a:lnRef idx="2">
                <a:schemeClr val="accent1"/>
              </a:lnRef>
              <a:fillRef idx="0">
                <a:schemeClr val="accent1"/>
              </a:fillRef>
              <a:effectRef idx="1">
                <a:schemeClr val="accent1"/>
              </a:effectRef>
              <a:fontRef idx="minor">
                <a:schemeClr val="tx1"/>
              </a:fontRef>
            </p:style>
          </p:cxnSp>
          <p:sp>
            <p:nvSpPr>
              <p:cNvPr id="44" name="矩形 43">
                <a:extLst>
                  <a:ext uri="{FF2B5EF4-FFF2-40B4-BE49-F238E27FC236}">
                    <a16:creationId xmlns:a16="http://schemas.microsoft.com/office/drawing/2014/main" id="{CEF56608-692F-FE30-E8BE-D6826E4C49F8}"/>
                  </a:ext>
                </a:extLst>
              </p:cNvPr>
              <p:cNvSpPr/>
              <p:nvPr/>
            </p:nvSpPr>
            <p:spPr>
              <a:xfrm>
                <a:off x="2669401" y="2796086"/>
                <a:ext cx="108000" cy="360000"/>
              </a:xfrm>
              <a:prstGeom prst="rect">
                <a:avLst/>
              </a:prstGeom>
              <a:solidFill>
                <a:schemeClr val="tx2">
                  <a:lumMod val="50000"/>
                  <a:lumOff val="50000"/>
                </a:schemeClr>
              </a:solidFill>
              <a:ln>
                <a:noFill/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/>
              </a:p>
            </p:txBody>
          </p:sp>
          <p:sp>
            <p:nvSpPr>
              <p:cNvPr id="45" name="矩形 44">
                <a:extLst>
                  <a:ext uri="{FF2B5EF4-FFF2-40B4-BE49-F238E27FC236}">
                    <a16:creationId xmlns:a16="http://schemas.microsoft.com/office/drawing/2014/main" id="{DF6156E0-B7F0-F251-6EAD-4C2D70813087}"/>
                  </a:ext>
                </a:extLst>
              </p:cNvPr>
              <p:cNvSpPr/>
              <p:nvPr/>
            </p:nvSpPr>
            <p:spPr>
              <a:xfrm>
                <a:off x="2669401" y="3253045"/>
                <a:ext cx="108000" cy="360000"/>
              </a:xfrm>
              <a:prstGeom prst="rect">
                <a:avLst/>
              </a:prstGeom>
              <a:solidFill>
                <a:schemeClr val="tx2">
                  <a:lumMod val="50000"/>
                  <a:lumOff val="50000"/>
                </a:schemeClr>
              </a:solidFill>
              <a:ln>
                <a:noFill/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/>
              </a:p>
            </p:txBody>
          </p:sp>
          <p:cxnSp>
            <p:nvCxnSpPr>
              <p:cNvPr id="47" name="直接连接符 46">
                <a:extLst>
                  <a:ext uri="{FF2B5EF4-FFF2-40B4-BE49-F238E27FC236}">
                    <a16:creationId xmlns:a16="http://schemas.microsoft.com/office/drawing/2014/main" id="{7998D007-3388-8B2F-9D9D-12114D771E18}"/>
                  </a:ext>
                </a:extLst>
              </p:cNvPr>
              <p:cNvCxnSpPr>
                <a:stCxn id="10" idx="2"/>
                <a:endCxn id="44" idx="0"/>
              </p:cNvCxnSpPr>
              <p:nvPr/>
            </p:nvCxnSpPr>
            <p:spPr>
              <a:xfrm>
                <a:off x="2723401" y="2206232"/>
                <a:ext cx="0" cy="589854"/>
              </a:xfrm>
              <a:prstGeom prst="line">
                <a:avLst/>
              </a:prstGeom>
              <a:ln>
                <a:solidFill>
                  <a:srgbClr val="4E95D9"/>
                </a:solidFill>
              </a:ln>
            </p:spPr>
            <p:style>
              <a:lnRef idx="2">
                <a:schemeClr val="accent1"/>
              </a:lnRef>
              <a:fillRef idx="0">
                <a:schemeClr val="accent1"/>
              </a:fillRef>
              <a:effectRef idx="1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48" name="直接连接符 47">
                <a:extLst>
                  <a:ext uri="{FF2B5EF4-FFF2-40B4-BE49-F238E27FC236}">
                    <a16:creationId xmlns:a16="http://schemas.microsoft.com/office/drawing/2014/main" id="{2F7FD443-307A-9B97-5B5F-7E7C3AABE9EB}"/>
                  </a:ext>
                </a:extLst>
              </p:cNvPr>
              <p:cNvCxnSpPr>
                <a:cxnSpLocks/>
                <a:stCxn id="44" idx="2"/>
                <a:endCxn id="45" idx="0"/>
              </p:cNvCxnSpPr>
              <p:nvPr/>
            </p:nvCxnSpPr>
            <p:spPr>
              <a:xfrm>
                <a:off x="2723401" y="3156086"/>
                <a:ext cx="0" cy="96959"/>
              </a:xfrm>
              <a:prstGeom prst="line">
                <a:avLst/>
              </a:prstGeom>
              <a:ln>
                <a:solidFill>
                  <a:srgbClr val="4E95D9"/>
                </a:solidFill>
              </a:ln>
            </p:spPr>
            <p:style>
              <a:lnRef idx="2">
                <a:schemeClr val="accent1"/>
              </a:lnRef>
              <a:fillRef idx="0">
                <a:schemeClr val="accent1"/>
              </a:fillRef>
              <a:effectRef idx="1">
                <a:schemeClr val="accent1"/>
              </a:effectRef>
              <a:fontRef idx="minor">
                <a:schemeClr val="tx1"/>
              </a:fontRef>
            </p:style>
          </p:cxnSp>
          <p:sp>
            <p:nvSpPr>
              <p:cNvPr id="51" name="矩形 50">
                <a:extLst>
                  <a:ext uri="{FF2B5EF4-FFF2-40B4-BE49-F238E27FC236}">
                    <a16:creationId xmlns:a16="http://schemas.microsoft.com/office/drawing/2014/main" id="{0A16D7A0-7A2F-0866-29F6-0B422098E25F}"/>
                  </a:ext>
                </a:extLst>
              </p:cNvPr>
              <p:cNvSpPr/>
              <p:nvPr/>
            </p:nvSpPr>
            <p:spPr>
              <a:xfrm>
                <a:off x="3923220" y="1370084"/>
                <a:ext cx="108000" cy="360000"/>
              </a:xfrm>
              <a:prstGeom prst="rect">
                <a:avLst/>
              </a:prstGeom>
              <a:solidFill>
                <a:schemeClr val="accent2">
                  <a:lumMod val="60000"/>
                  <a:lumOff val="40000"/>
                </a:schemeClr>
              </a:solidFill>
              <a:ln>
                <a:noFill/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/>
              </a:p>
            </p:txBody>
          </p:sp>
          <p:sp>
            <p:nvSpPr>
              <p:cNvPr id="52" name="矩形 51">
                <a:extLst>
                  <a:ext uri="{FF2B5EF4-FFF2-40B4-BE49-F238E27FC236}">
                    <a16:creationId xmlns:a16="http://schemas.microsoft.com/office/drawing/2014/main" id="{519E424C-25BB-AB59-79CB-05551ED6914C}"/>
                  </a:ext>
                </a:extLst>
              </p:cNvPr>
              <p:cNvSpPr/>
              <p:nvPr/>
            </p:nvSpPr>
            <p:spPr>
              <a:xfrm>
                <a:off x="4181340" y="1370084"/>
                <a:ext cx="108000" cy="360000"/>
              </a:xfrm>
              <a:prstGeom prst="rect">
                <a:avLst/>
              </a:prstGeom>
              <a:solidFill>
                <a:schemeClr val="accent2">
                  <a:lumMod val="60000"/>
                  <a:lumOff val="40000"/>
                </a:schemeClr>
              </a:solidFill>
              <a:ln>
                <a:noFill/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/>
              </a:p>
            </p:txBody>
          </p:sp>
          <p:sp>
            <p:nvSpPr>
              <p:cNvPr id="53" name="矩形 52">
                <a:extLst>
                  <a:ext uri="{FF2B5EF4-FFF2-40B4-BE49-F238E27FC236}">
                    <a16:creationId xmlns:a16="http://schemas.microsoft.com/office/drawing/2014/main" id="{82891A33-AB55-6B4D-777F-3D2014EB1527}"/>
                  </a:ext>
                </a:extLst>
              </p:cNvPr>
              <p:cNvSpPr/>
              <p:nvPr/>
            </p:nvSpPr>
            <p:spPr>
              <a:xfrm>
                <a:off x="3665100" y="1848464"/>
                <a:ext cx="108000" cy="360000"/>
              </a:xfrm>
              <a:prstGeom prst="rect">
                <a:avLst/>
              </a:prstGeom>
              <a:solidFill>
                <a:schemeClr val="accent2">
                  <a:lumMod val="60000"/>
                  <a:lumOff val="40000"/>
                </a:schemeClr>
              </a:solidFill>
              <a:ln>
                <a:noFill/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/>
              </a:p>
            </p:txBody>
          </p:sp>
          <p:sp>
            <p:nvSpPr>
              <p:cNvPr id="54" name="矩形 53">
                <a:extLst>
                  <a:ext uri="{FF2B5EF4-FFF2-40B4-BE49-F238E27FC236}">
                    <a16:creationId xmlns:a16="http://schemas.microsoft.com/office/drawing/2014/main" id="{09BBF204-BE3E-A470-E055-58E998E05CD4}"/>
                  </a:ext>
                </a:extLst>
              </p:cNvPr>
              <p:cNvSpPr/>
              <p:nvPr/>
            </p:nvSpPr>
            <p:spPr>
              <a:xfrm>
                <a:off x="3665100" y="2308859"/>
                <a:ext cx="108000" cy="360000"/>
              </a:xfrm>
              <a:prstGeom prst="rect">
                <a:avLst/>
              </a:prstGeom>
              <a:solidFill>
                <a:schemeClr val="accent2">
                  <a:lumMod val="60000"/>
                  <a:lumOff val="40000"/>
                </a:schemeClr>
              </a:solidFill>
              <a:ln>
                <a:noFill/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/>
              </a:p>
            </p:txBody>
          </p:sp>
          <p:sp>
            <p:nvSpPr>
              <p:cNvPr id="55" name="矩形 54">
                <a:extLst>
                  <a:ext uri="{FF2B5EF4-FFF2-40B4-BE49-F238E27FC236}">
                    <a16:creationId xmlns:a16="http://schemas.microsoft.com/office/drawing/2014/main" id="{0F511A3C-9369-5067-6FAC-3FDE6548C3B7}"/>
                  </a:ext>
                </a:extLst>
              </p:cNvPr>
              <p:cNvSpPr/>
              <p:nvPr/>
            </p:nvSpPr>
            <p:spPr>
              <a:xfrm>
                <a:off x="3665100" y="3258957"/>
                <a:ext cx="108000" cy="360000"/>
              </a:xfrm>
              <a:prstGeom prst="rect">
                <a:avLst/>
              </a:prstGeom>
              <a:solidFill>
                <a:schemeClr val="accent2">
                  <a:lumMod val="60000"/>
                  <a:lumOff val="40000"/>
                </a:schemeClr>
              </a:solidFill>
              <a:ln>
                <a:noFill/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/>
              </a:p>
            </p:txBody>
          </p:sp>
          <p:cxnSp>
            <p:nvCxnSpPr>
              <p:cNvPr id="58" name="连接符: 曲线 57">
                <a:extLst>
                  <a:ext uri="{FF2B5EF4-FFF2-40B4-BE49-F238E27FC236}">
                    <a16:creationId xmlns:a16="http://schemas.microsoft.com/office/drawing/2014/main" id="{74D9DD44-9BF9-3D08-FADF-22AD045056F2}"/>
                  </a:ext>
                </a:extLst>
              </p:cNvPr>
              <p:cNvCxnSpPr>
                <a:cxnSpLocks/>
                <a:stCxn id="51" idx="2"/>
                <a:endCxn id="53" idx="0"/>
              </p:cNvCxnSpPr>
              <p:nvPr/>
            </p:nvCxnSpPr>
            <p:spPr>
              <a:xfrm rot="5400000">
                <a:off x="3788970" y="1660214"/>
                <a:ext cx="118380" cy="258120"/>
              </a:xfrm>
              <a:prstGeom prst="curvedConnector3">
                <a:avLst/>
              </a:prstGeom>
              <a:ln>
                <a:solidFill>
                  <a:srgbClr val="F2AA84"/>
                </a:solidFill>
              </a:ln>
            </p:spPr>
            <p:style>
              <a:lnRef idx="2">
                <a:schemeClr val="accent1"/>
              </a:lnRef>
              <a:fillRef idx="0">
                <a:schemeClr val="accent1"/>
              </a:fillRef>
              <a:effectRef idx="1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61" name="连接符: 曲线 60">
                <a:extLst>
                  <a:ext uri="{FF2B5EF4-FFF2-40B4-BE49-F238E27FC236}">
                    <a16:creationId xmlns:a16="http://schemas.microsoft.com/office/drawing/2014/main" id="{45FE1C3C-1EF0-E406-3B1F-C16E3EC67117}"/>
                  </a:ext>
                </a:extLst>
              </p:cNvPr>
              <p:cNvCxnSpPr>
                <a:cxnSpLocks/>
                <a:stCxn id="52" idx="2"/>
                <a:endCxn id="53" idx="0"/>
              </p:cNvCxnSpPr>
              <p:nvPr/>
            </p:nvCxnSpPr>
            <p:spPr>
              <a:xfrm rot="5400000">
                <a:off x="3918030" y="1531154"/>
                <a:ext cx="118380" cy="516240"/>
              </a:xfrm>
              <a:prstGeom prst="curvedConnector3">
                <a:avLst>
                  <a:gd name="adj1" fmla="val 50000"/>
                </a:avLst>
              </a:prstGeom>
              <a:ln>
                <a:solidFill>
                  <a:srgbClr val="F2AA84"/>
                </a:solidFill>
              </a:ln>
            </p:spPr>
            <p:style>
              <a:lnRef idx="2">
                <a:schemeClr val="accent1"/>
              </a:lnRef>
              <a:fillRef idx="0">
                <a:schemeClr val="accent1"/>
              </a:fillRef>
              <a:effectRef idx="1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65" name="直接连接符 64">
                <a:extLst>
                  <a:ext uri="{FF2B5EF4-FFF2-40B4-BE49-F238E27FC236}">
                    <a16:creationId xmlns:a16="http://schemas.microsoft.com/office/drawing/2014/main" id="{E7097F6E-0EBB-DDFD-C93A-0E7BAE5AE01E}"/>
                  </a:ext>
                </a:extLst>
              </p:cNvPr>
              <p:cNvCxnSpPr>
                <a:stCxn id="12" idx="2"/>
                <a:endCxn id="53" idx="0"/>
              </p:cNvCxnSpPr>
              <p:nvPr/>
            </p:nvCxnSpPr>
            <p:spPr>
              <a:xfrm>
                <a:off x="3719100" y="1730084"/>
                <a:ext cx="0" cy="118380"/>
              </a:xfrm>
              <a:prstGeom prst="line">
                <a:avLst/>
              </a:prstGeom>
              <a:ln>
                <a:solidFill>
                  <a:srgbClr val="F2AA84"/>
                </a:solidFill>
              </a:ln>
            </p:spPr>
            <p:style>
              <a:lnRef idx="2">
                <a:schemeClr val="accent1"/>
              </a:lnRef>
              <a:fillRef idx="0">
                <a:schemeClr val="accent1"/>
              </a:fillRef>
              <a:effectRef idx="1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66" name="直接连接符 65">
                <a:extLst>
                  <a:ext uri="{FF2B5EF4-FFF2-40B4-BE49-F238E27FC236}">
                    <a16:creationId xmlns:a16="http://schemas.microsoft.com/office/drawing/2014/main" id="{484D3982-1ACC-2C98-0EBC-40F1671BE7C1}"/>
                  </a:ext>
                </a:extLst>
              </p:cNvPr>
              <p:cNvCxnSpPr>
                <a:cxnSpLocks/>
                <a:stCxn id="53" idx="2"/>
                <a:endCxn id="54" idx="0"/>
              </p:cNvCxnSpPr>
              <p:nvPr/>
            </p:nvCxnSpPr>
            <p:spPr>
              <a:xfrm>
                <a:off x="3719100" y="2208464"/>
                <a:ext cx="0" cy="100395"/>
              </a:xfrm>
              <a:prstGeom prst="line">
                <a:avLst/>
              </a:prstGeom>
              <a:ln>
                <a:solidFill>
                  <a:srgbClr val="F2AA84"/>
                </a:solidFill>
              </a:ln>
            </p:spPr>
            <p:style>
              <a:lnRef idx="2">
                <a:schemeClr val="accent1"/>
              </a:lnRef>
              <a:fillRef idx="0">
                <a:schemeClr val="accent1"/>
              </a:fillRef>
              <a:effectRef idx="1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69" name="直接连接符 68">
                <a:extLst>
                  <a:ext uri="{FF2B5EF4-FFF2-40B4-BE49-F238E27FC236}">
                    <a16:creationId xmlns:a16="http://schemas.microsoft.com/office/drawing/2014/main" id="{3F324613-6C50-8EBC-DC81-9373571E1DDF}"/>
                  </a:ext>
                </a:extLst>
              </p:cNvPr>
              <p:cNvCxnSpPr>
                <a:cxnSpLocks/>
                <a:stCxn id="54" idx="2"/>
                <a:endCxn id="55" idx="0"/>
              </p:cNvCxnSpPr>
              <p:nvPr/>
            </p:nvCxnSpPr>
            <p:spPr>
              <a:xfrm>
                <a:off x="3719100" y="2668859"/>
                <a:ext cx="0" cy="590098"/>
              </a:xfrm>
              <a:prstGeom prst="line">
                <a:avLst/>
              </a:prstGeom>
              <a:ln>
                <a:solidFill>
                  <a:srgbClr val="F2AA84"/>
                </a:solidFill>
              </a:ln>
            </p:spPr>
            <p:style>
              <a:lnRef idx="2">
                <a:schemeClr val="accent1"/>
              </a:lnRef>
              <a:fillRef idx="0">
                <a:schemeClr val="accent1"/>
              </a:fillRef>
              <a:effectRef idx="1">
                <a:schemeClr val="accent1"/>
              </a:effectRef>
              <a:fontRef idx="minor">
                <a:schemeClr val="tx1"/>
              </a:fontRef>
            </p:style>
          </p:cxnSp>
          <p:sp>
            <p:nvSpPr>
              <p:cNvPr id="72" name="矩形 71">
                <a:extLst>
                  <a:ext uri="{FF2B5EF4-FFF2-40B4-BE49-F238E27FC236}">
                    <a16:creationId xmlns:a16="http://schemas.microsoft.com/office/drawing/2014/main" id="{0D4956E2-3624-04E8-684F-AEC46D585A3A}"/>
                  </a:ext>
                </a:extLst>
              </p:cNvPr>
              <p:cNvSpPr/>
              <p:nvPr/>
            </p:nvSpPr>
            <p:spPr>
              <a:xfrm>
                <a:off x="5191361" y="1370084"/>
                <a:ext cx="108000" cy="360000"/>
              </a:xfrm>
              <a:prstGeom prst="rect">
                <a:avLst/>
              </a:prstGeom>
              <a:solidFill>
                <a:srgbClr val="D86ECC"/>
              </a:solidFill>
              <a:ln>
                <a:noFill/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/>
              </a:p>
            </p:txBody>
          </p:sp>
          <p:sp>
            <p:nvSpPr>
              <p:cNvPr id="73" name="矩形 72">
                <a:extLst>
                  <a:ext uri="{FF2B5EF4-FFF2-40B4-BE49-F238E27FC236}">
                    <a16:creationId xmlns:a16="http://schemas.microsoft.com/office/drawing/2014/main" id="{C9013C53-C456-F5C4-26E1-67025D73A39F}"/>
                  </a:ext>
                </a:extLst>
              </p:cNvPr>
              <p:cNvSpPr/>
              <p:nvPr/>
            </p:nvSpPr>
            <p:spPr>
              <a:xfrm>
                <a:off x="4855355" y="1845418"/>
                <a:ext cx="108000" cy="360000"/>
              </a:xfrm>
              <a:prstGeom prst="rect">
                <a:avLst/>
              </a:prstGeom>
              <a:solidFill>
                <a:srgbClr val="D86ECC"/>
              </a:solidFill>
              <a:ln>
                <a:noFill/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/>
              </a:p>
            </p:txBody>
          </p:sp>
          <p:sp>
            <p:nvSpPr>
              <p:cNvPr id="74" name="矩形 73">
                <a:extLst>
                  <a:ext uri="{FF2B5EF4-FFF2-40B4-BE49-F238E27FC236}">
                    <a16:creationId xmlns:a16="http://schemas.microsoft.com/office/drawing/2014/main" id="{47014AB6-C941-D902-E666-27BB9456ACE7}"/>
                  </a:ext>
                </a:extLst>
              </p:cNvPr>
              <p:cNvSpPr/>
              <p:nvPr/>
            </p:nvSpPr>
            <p:spPr>
              <a:xfrm>
                <a:off x="4855355" y="2320752"/>
                <a:ext cx="108000" cy="360000"/>
              </a:xfrm>
              <a:prstGeom prst="rect">
                <a:avLst/>
              </a:prstGeom>
              <a:solidFill>
                <a:srgbClr val="D86ECC"/>
              </a:solidFill>
              <a:ln>
                <a:noFill/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/>
              </a:p>
            </p:txBody>
          </p:sp>
          <p:sp>
            <p:nvSpPr>
              <p:cNvPr id="75" name="矩形 74">
                <a:extLst>
                  <a:ext uri="{FF2B5EF4-FFF2-40B4-BE49-F238E27FC236}">
                    <a16:creationId xmlns:a16="http://schemas.microsoft.com/office/drawing/2014/main" id="{76F362A8-AEE5-6B09-FCE4-EA0E82DEFAEE}"/>
                  </a:ext>
                </a:extLst>
              </p:cNvPr>
              <p:cNvSpPr/>
              <p:nvPr/>
            </p:nvSpPr>
            <p:spPr>
              <a:xfrm>
                <a:off x="4855355" y="2796086"/>
                <a:ext cx="108000" cy="360000"/>
              </a:xfrm>
              <a:prstGeom prst="rect">
                <a:avLst/>
              </a:prstGeom>
              <a:solidFill>
                <a:srgbClr val="D86ECC"/>
              </a:solidFill>
              <a:ln>
                <a:noFill/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/>
              </a:p>
            </p:txBody>
          </p:sp>
          <p:sp>
            <p:nvSpPr>
              <p:cNvPr id="76" name="矩形 75">
                <a:extLst>
                  <a:ext uri="{FF2B5EF4-FFF2-40B4-BE49-F238E27FC236}">
                    <a16:creationId xmlns:a16="http://schemas.microsoft.com/office/drawing/2014/main" id="{45E84294-9B45-F42F-B455-E772AAC3ACA7}"/>
                  </a:ext>
                </a:extLst>
              </p:cNvPr>
              <p:cNvSpPr/>
              <p:nvPr/>
            </p:nvSpPr>
            <p:spPr>
              <a:xfrm>
                <a:off x="4855355" y="3271420"/>
                <a:ext cx="108000" cy="360000"/>
              </a:xfrm>
              <a:prstGeom prst="rect">
                <a:avLst/>
              </a:prstGeom>
              <a:solidFill>
                <a:srgbClr val="D86ECC"/>
              </a:solidFill>
              <a:ln>
                <a:noFill/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/>
              </a:p>
            </p:txBody>
          </p:sp>
          <p:sp>
            <p:nvSpPr>
              <p:cNvPr id="77" name="矩形 76">
                <a:extLst>
                  <a:ext uri="{FF2B5EF4-FFF2-40B4-BE49-F238E27FC236}">
                    <a16:creationId xmlns:a16="http://schemas.microsoft.com/office/drawing/2014/main" id="{2884BD37-4464-A72E-ACE1-D8285A7DD2A2}"/>
                  </a:ext>
                </a:extLst>
              </p:cNvPr>
              <p:cNvSpPr/>
              <p:nvPr/>
            </p:nvSpPr>
            <p:spPr>
              <a:xfrm>
                <a:off x="4855355" y="3746754"/>
                <a:ext cx="108000" cy="360000"/>
              </a:xfrm>
              <a:prstGeom prst="rect">
                <a:avLst/>
              </a:prstGeom>
              <a:solidFill>
                <a:srgbClr val="D86ECC"/>
              </a:solidFill>
              <a:ln>
                <a:noFill/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/>
              </a:p>
            </p:txBody>
          </p:sp>
          <p:cxnSp>
            <p:nvCxnSpPr>
              <p:cNvPr id="79" name="直接连接符 78">
                <a:extLst>
                  <a:ext uri="{FF2B5EF4-FFF2-40B4-BE49-F238E27FC236}">
                    <a16:creationId xmlns:a16="http://schemas.microsoft.com/office/drawing/2014/main" id="{D27FAEE1-E199-0BBD-4877-871CC826573E}"/>
                  </a:ext>
                </a:extLst>
              </p:cNvPr>
              <p:cNvCxnSpPr>
                <a:cxnSpLocks/>
                <a:stCxn id="73" idx="2"/>
                <a:endCxn id="74" idx="0"/>
              </p:cNvCxnSpPr>
              <p:nvPr/>
            </p:nvCxnSpPr>
            <p:spPr>
              <a:xfrm>
                <a:off x="4909355" y="2205418"/>
                <a:ext cx="0" cy="115334"/>
              </a:xfrm>
              <a:prstGeom prst="line">
                <a:avLst/>
              </a:prstGeom>
              <a:ln>
                <a:solidFill>
                  <a:srgbClr val="D86ECC"/>
                </a:solidFill>
              </a:ln>
            </p:spPr>
            <p:style>
              <a:lnRef idx="2">
                <a:schemeClr val="accent1"/>
              </a:lnRef>
              <a:fillRef idx="0">
                <a:schemeClr val="accent1"/>
              </a:fillRef>
              <a:effectRef idx="1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80" name="直接连接符 79">
                <a:extLst>
                  <a:ext uri="{FF2B5EF4-FFF2-40B4-BE49-F238E27FC236}">
                    <a16:creationId xmlns:a16="http://schemas.microsoft.com/office/drawing/2014/main" id="{7D705181-B378-AC50-F979-1A0DB361601E}"/>
                  </a:ext>
                </a:extLst>
              </p:cNvPr>
              <p:cNvCxnSpPr>
                <a:cxnSpLocks/>
                <a:stCxn id="74" idx="2"/>
                <a:endCxn id="75" idx="0"/>
              </p:cNvCxnSpPr>
              <p:nvPr/>
            </p:nvCxnSpPr>
            <p:spPr>
              <a:xfrm>
                <a:off x="4909355" y="2680752"/>
                <a:ext cx="0" cy="115334"/>
              </a:xfrm>
              <a:prstGeom prst="line">
                <a:avLst/>
              </a:prstGeom>
              <a:ln>
                <a:solidFill>
                  <a:srgbClr val="D86ECC"/>
                </a:solidFill>
              </a:ln>
            </p:spPr>
            <p:style>
              <a:lnRef idx="2">
                <a:schemeClr val="accent1"/>
              </a:lnRef>
              <a:fillRef idx="0">
                <a:schemeClr val="accent1"/>
              </a:fillRef>
              <a:effectRef idx="1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81" name="直接连接符 80">
                <a:extLst>
                  <a:ext uri="{FF2B5EF4-FFF2-40B4-BE49-F238E27FC236}">
                    <a16:creationId xmlns:a16="http://schemas.microsoft.com/office/drawing/2014/main" id="{DD914B05-BE55-CEAC-9F15-933BB9995413}"/>
                  </a:ext>
                </a:extLst>
              </p:cNvPr>
              <p:cNvCxnSpPr>
                <a:cxnSpLocks/>
                <a:stCxn id="75" idx="2"/>
                <a:endCxn id="76" idx="0"/>
              </p:cNvCxnSpPr>
              <p:nvPr/>
            </p:nvCxnSpPr>
            <p:spPr>
              <a:xfrm>
                <a:off x="4909355" y="3156086"/>
                <a:ext cx="0" cy="115334"/>
              </a:xfrm>
              <a:prstGeom prst="line">
                <a:avLst/>
              </a:prstGeom>
              <a:ln>
                <a:solidFill>
                  <a:srgbClr val="D86ECC"/>
                </a:solidFill>
              </a:ln>
            </p:spPr>
            <p:style>
              <a:lnRef idx="2">
                <a:schemeClr val="accent1"/>
              </a:lnRef>
              <a:fillRef idx="0">
                <a:schemeClr val="accent1"/>
              </a:fillRef>
              <a:effectRef idx="1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82" name="直接连接符 81">
                <a:extLst>
                  <a:ext uri="{FF2B5EF4-FFF2-40B4-BE49-F238E27FC236}">
                    <a16:creationId xmlns:a16="http://schemas.microsoft.com/office/drawing/2014/main" id="{A93C9969-8CEE-A1ED-7217-CEF8D2050964}"/>
                  </a:ext>
                </a:extLst>
              </p:cNvPr>
              <p:cNvCxnSpPr>
                <a:cxnSpLocks/>
                <a:stCxn id="76" idx="2"/>
                <a:endCxn id="77" idx="0"/>
              </p:cNvCxnSpPr>
              <p:nvPr/>
            </p:nvCxnSpPr>
            <p:spPr>
              <a:xfrm>
                <a:off x="4909355" y="3631420"/>
                <a:ext cx="0" cy="115334"/>
              </a:xfrm>
              <a:prstGeom prst="line">
                <a:avLst/>
              </a:prstGeom>
              <a:ln>
                <a:solidFill>
                  <a:srgbClr val="D86ECC"/>
                </a:solidFill>
              </a:ln>
            </p:spPr>
            <p:style>
              <a:lnRef idx="2">
                <a:schemeClr val="accent1"/>
              </a:lnRef>
              <a:fillRef idx="0">
                <a:schemeClr val="accent1"/>
              </a:fillRef>
              <a:effectRef idx="1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84" name="连接符: 曲线 83">
                <a:extLst>
                  <a:ext uri="{FF2B5EF4-FFF2-40B4-BE49-F238E27FC236}">
                    <a16:creationId xmlns:a16="http://schemas.microsoft.com/office/drawing/2014/main" id="{886E9F14-903F-5CD7-DB3E-F00EC95DD528}"/>
                  </a:ext>
                </a:extLst>
              </p:cNvPr>
              <p:cNvCxnSpPr>
                <a:cxnSpLocks/>
                <a:stCxn id="72" idx="2"/>
                <a:endCxn id="73" idx="0"/>
              </p:cNvCxnSpPr>
              <p:nvPr/>
            </p:nvCxnSpPr>
            <p:spPr>
              <a:xfrm rot="5400000">
                <a:off x="5019691" y="1619748"/>
                <a:ext cx="115334" cy="336006"/>
              </a:xfrm>
              <a:prstGeom prst="curvedConnector3">
                <a:avLst>
                  <a:gd name="adj1" fmla="val 50000"/>
                </a:avLst>
              </a:prstGeom>
              <a:ln>
                <a:solidFill>
                  <a:srgbClr val="D86ECC"/>
                </a:solidFill>
              </a:ln>
            </p:spPr>
            <p:style>
              <a:lnRef idx="2">
                <a:schemeClr val="accent1"/>
              </a:lnRef>
              <a:fillRef idx="0">
                <a:schemeClr val="accent1"/>
              </a:fillRef>
              <a:effectRef idx="1">
                <a:schemeClr val="accent1"/>
              </a:effectRef>
              <a:fontRef idx="minor">
                <a:schemeClr val="tx1"/>
              </a:fontRef>
            </p:style>
          </p:cxnSp>
          <p:sp>
            <p:nvSpPr>
              <p:cNvPr id="14" name="矩形 13">
                <a:extLst>
                  <a:ext uri="{FF2B5EF4-FFF2-40B4-BE49-F238E27FC236}">
                    <a16:creationId xmlns:a16="http://schemas.microsoft.com/office/drawing/2014/main" id="{C0A8D369-413A-3E18-620D-95E3DB36F938}"/>
                  </a:ext>
                </a:extLst>
              </p:cNvPr>
              <p:cNvSpPr/>
              <p:nvPr/>
            </p:nvSpPr>
            <p:spPr>
              <a:xfrm>
                <a:off x="5738023" y="3746754"/>
                <a:ext cx="108000" cy="360000"/>
              </a:xfrm>
              <a:prstGeom prst="rect">
                <a:avLst/>
              </a:prstGeom>
              <a:solidFill>
                <a:schemeClr val="accent6">
                  <a:lumMod val="60000"/>
                  <a:lumOff val="40000"/>
                </a:schemeClr>
              </a:solidFill>
              <a:ln>
                <a:noFill/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/>
              </a:p>
            </p:txBody>
          </p:sp>
          <p:sp>
            <p:nvSpPr>
              <p:cNvPr id="89" name="矩形 88">
                <a:extLst>
                  <a:ext uri="{FF2B5EF4-FFF2-40B4-BE49-F238E27FC236}">
                    <a16:creationId xmlns:a16="http://schemas.microsoft.com/office/drawing/2014/main" id="{14974B1E-AD4E-F507-EBB5-CA31A49597DC}"/>
                  </a:ext>
                </a:extLst>
              </p:cNvPr>
              <p:cNvSpPr/>
              <p:nvPr/>
            </p:nvSpPr>
            <p:spPr>
              <a:xfrm>
                <a:off x="6011608" y="2759469"/>
                <a:ext cx="108000" cy="360000"/>
              </a:xfrm>
              <a:prstGeom prst="rect">
                <a:avLst/>
              </a:prstGeom>
              <a:solidFill>
                <a:schemeClr val="accent6">
                  <a:lumMod val="60000"/>
                  <a:lumOff val="40000"/>
                </a:schemeClr>
              </a:solidFill>
              <a:ln>
                <a:noFill/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/>
              </a:p>
            </p:txBody>
          </p:sp>
          <p:sp>
            <p:nvSpPr>
              <p:cNvPr id="90" name="矩形 89">
                <a:extLst>
                  <a:ext uri="{FF2B5EF4-FFF2-40B4-BE49-F238E27FC236}">
                    <a16:creationId xmlns:a16="http://schemas.microsoft.com/office/drawing/2014/main" id="{90D21D43-F7C2-674B-93CC-60DF0CE3C85E}"/>
                  </a:ext>
                </a:extLst>
              </p:cNvPr>
              <p:cNvSpPr/>
              <p:nvPr/>
            </p:nvSpPr>
            <p:spPr>
              <a:xfrm>
                <a:off x="6351898" y="1826473"/>
                <a:ext cx="108000" cy="360000"/>
              </a:xfrm>
              <a:prstGeom prst="rect">
                <a:avLst/>
              </a:prstGeom>
              <a:solidFill>
                <a:schemeClr val="accent6">
                  <a:lumMod val="60000"/>
                  <a:lumOff val="40000"/>
                </a:schemeClr>
              </a:solidFill>
              <a:ln>
                <a:noFill/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/>
              </a:p>
            </p:txBody>
          </p:sp>
          <p:sp>
            <p:nvSpPr>
              <p:cNvPr id="91" name="矩形 90">
                <a:extLst>
                  <a:ext uri="{FF2B5EF4-FFF2-40B4-BE49-F238E27FC236}">
                    <a16:creationId xmlns:a16="http://schemas.microsoft.com/office/drawing/2014/main" id="{C3D29174-CD7A-E9F0-2676-5A7BE3B48983}"/>
                  </a:ext>
                </a:extLst>
              </p:cNvPr>
              <p:cNvSpPr/>
              <p:nvPr/>
            </p:nvSpPr>
            <p:spPr>
              <a:xfrm>
                <a:off x="5816605" y="1351139"/>
                <a:ext cx="108000" cy="360000"/>
              </a:xfrm>
              <a:prstGeom prst="rect">
                <a:avLst/>
              </a:prstGeom>
              <a:solidFill>
                <a:schemeClr val="accent6">
                  <a:lumMod val="60000"/>
                  <a:lumOff val="40000"/>
                </a:schemeClr>
              </a:solidFill>
              <a:ln>
                <a:noFill/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/>
              </a:p>
            </p:txBody>
          </p:sp>
          <p:sp>
            <p:nvSpPr>
              <p:cNvPr id="92" name="矩形 91">
                <a:extLst>
                  <a:ext uri="{FF2B5EF4-FFF2-40B4-BE49-F238E27FC236}">
                    <a16:creationId xmlns:a16="http://schemas.microsoft.com/office/drawing/2014/main" id="{07A34478-101F-8436-CBCA-E2288DF0222D}"/>
                  </a:ext>
                </a:extLst>
              </p:cNvPr>
              <p:cNvSpPr/>
              <p:nvPr/>
            </p:nvSpPr>
            <p:spPr>
              <a:xfrm>
                <a:off x="7079725" y="1370084"/>
                <a:ext cx="108000" cy="360000"/>
              </a:xfrm>
              <a:prstGeom prst="rect">
                <a:avLst/>
              </a:prstGeom>
              <a:solidFill>
                <a:schemeClr val="accent4">
                  <a:lumMod val="40000"/>
                  <a:lumOff val="60000"/>
                </a:schemeClr>
              </a:solidFill>
              <a:ln>
                <a:noFill/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/>
              </a:p>
            </p:txBody>
          </p:sp>
          <p:sp>
            <p:nvSpPr>
              <p:cNvPr id="93" name="矩形 92">
                <a:extLst>
                  <a:ext uri="{FF2B5EF4-FFF2-40B4-BE49-F238E27FC236}">
                    <a16:creationId xmlns:a16="http://schemas.microsoft.com/office/drawing/2014/main" id="{E795D71F-CBBE-083C-58E9-C923C44A10CB}"/>
                  </a:ext>
                </a:extLst>
              </p:cNvPr>
              <p:cNvSpPr/>
              <p:nvPr/>
            </p:nvSpPr>
            <p:spPr>
              <a:xfrm>
                <a:off x="7342866" y="1370084"/>
                <a:ext cx="108000" cy="360000"/>
              </a:xfrm>
              <a:prstGeom prst="rect">
                <a:avLst/>
              </a:prstGeom>
              <a:solidFill>
                <a:schemeClr val="accent4">
                  <a:lumMod val="40000"/>
                  <a:lumOff val="60000"/>
                </a:schemeClr>
              </a:solidFill>
              <a:ln>
                <a:noFill/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/>
              </a:p>
            </p:txBody>
          </p:sp>
          <p:cxnSp>
            <p:nvCxnSpPr>
              <p:cNvPr id="95" name="直接连接符 94">
                <a:extLst>
                  <a:ext uri="{FF2B5EF4-FFF2-40B4-BE49-F238E27FC236}">
                    <a16:creationId xmlns:a16="http://schemas.microsoft.com/office/drawing/2014/main" id="{D66837AC-6250-AFD7-BC33-BF8F4DBE0CE7}"/>
                  </a:ext>
                </a:extLst>
              </p:cNvPr>
              <p:cNvCxnSpPr/>
              <p:nvPr/>
            </p:nvCxnSpPr>
            <p:spPr>
              <a:xfrm>
                <a:off x="2266682" y="1160667"/>
                <a:ext cx="0" cy="3600000"/>
              </a:xfrm>
              <a:prstGeom prst="line">
                <a:avLst/>
              </a:prstGeom>
              <a:ln>
                <a:prstDash val="dash"/>
              </a:ln>
            </p:spPr>
            <p:style>
              <a:lnRef idx="2">
                <a:schemeClr val="dk1"/>
              </a:lnRef>
              <a:fillRef idx="0">
                <a:schemeClr val="dk1"/>
              </a:fillRef>
              <a:effectRef idx="1">
                <a:schemeClr val="dk1"/>
              </a:effectRef>
              <a:fontRef idx="minor">
                <a:schemeClr val="tx1"/>
              </a:fontRef>
            </p:style>
          </p:cxnSp>
          <p:cxnSp>
            <p:nvCxnSpPr>
              <p:cNvPr id="96" name="直接连接符 95">
                <a:extLst>
                  <a:ext uri="{FF2B5EF4-FFF2-40B4-BE49-F238E27FC236}">
                    <a16:creationId xmlns:a16="http://schemas.microsoft.com/office/drawing/2014/main" id="{1F0E70F8-4F24-F317-088B-FD30340CE465}"/>
                  </a:ext>
                </a:extLst>
              </p:cNvPr>
              <p:cNvCxnSpPr/>
              <p:nvPr/>
            </p:nvCxnSpPr>
            <p:spPr>
              <a:xfrm>
                <a:off x="3181082" y="1160667"/>
                <a:ext cx="0" cy="3600000"/>
              </a:xfrm>
              <a:prstGeom prst="line">
                <a:avLst/>
              </a:prstGeom>
              <a:ln>
                <a:prstDash val="dash"/>
              </a:ln>
            </p:spPr>
            <p:style>
              <a:lnRef idx="2">
                <a:schemeClr val="dk1"/>
              </a:lnRef>
              <a:fillRef idx="0">
                <a:schemeClr val="dk1"/>
              </a:fillRef>
              <a:effectRef idx="1">
                <a:schemeClr val="dk1"/>
              </a:effectRef>
              <a:fontRef idx="minor">
                <a:schemeClr val="tx1"/>
              </a:fontRef>
            </p:style>
          </p:cxnSp>
          <p:cxnSp>
            <p:nvCxnSpPr>
              <p:cNvPr id="97" name="直接连接符 96">
                <a:extLst>
                  <a:ext uri="{FF2B5EF4-FFF2-40B4-BE49-F238E27FC236}">
                    <a16:creationId xmlns:a16="http://schemas.microsoft.com/office/drawing/2014/main" id="{C4DA9C46-95D0-5CE7-118B-1F35ADBD716F}"/>
                  </a:ext>
                </a:extLst>
              </p:cNvPr>
              <p:cNvCxnSpPr/>
              <p:nvPr/>
            </p:nvCxnSpPr>
            <p:spPr>
              <a:xfrm>
                <a:off x="4552682" y="1160667"/>
                <a:ext cx="0" cy="3600000"/>
              </a:xfrm>
              <a:prstGeom prst="line">
                <a:avLst/>
              </a:prstGeom>
              <a:ln>
                <a:prstDash val="dash"/>
              </a:ln>
            </p:spPr>
            <p:style>
              <a:lnRef idx="2">
                <a:schemeClr val="dk1"/>
              </a:lnRef>
              <a:fillRef idx="0">
                <a:schemeClr val="dk1"/>
              </a:fillRef>
              <a:effectRef idx="1">
                <a:schemeClr val="dk1"/>
              </a:effectRef>
              <a:fontRef idx="minor">
                <a:schemeClr val="tx1"/>
              </a:fontRef>
            </p:style>
          </p:cxnSp>
          <p:cxnSp>
            <p:nvCxnSpPr>
              <p:cNvPr id="98" name="直接连接符 97">
                <a:extLst>
                  <a:ext uri="{FF2B5EF4-FFF2-40B4-BE49-F238E27FC236}">
                    <a16:creationId xmlns:a16="http://schemas.microsoft.com/office/drawing/2014/main" id="{0DBB750E-8EE6-71B9-AF42-0DE6552F672B}"/>
                  </a:ext>
                </a:extLst>
              </p:cNvPr>
              <p:cNvCxnSpPr/>
              <p:nvPr/>
            </p:nvCxnSpPr>
            <p:spPr>
              <a:xfrm>
                <a:off x="5473521" y="1160667"/>
                <a:ext cx="0" cy="3600000"/>
              </a:xfrm>
              <a:prstGeom prst="line">
                <a:avLst/>
              </a:prstGeom>
              <a:ln>
                <a:prstDash val="dash"/>
              </a:ln>
            </p:spPr>
            <p:style>
              <a:lnRef idx="2">
                <a:schemeClr val="dk1"/>
              </a:lnRef>
              <a:fillRef idx="0">
                <a:schemeClr val="dk1"/>
              </a:fillRef>
              <a:effectRef idx="1">
                <a:schemeClr val="dk1"/>
              </a:effectRef>
              <a:fontRef idx="minor">
                <a:schemeClr val="tx1"/>
              </a:fontRef>
            </p:style>
          </p:cxnSp>
          <p:cxnSp>
            <p:nvCxnSpPr>
              <p:cNvPr id="99" name="直接连接符 98">
                <a:extLst>
                  <a:ext uri="{FF2B5EF4-FFF2-40B4-BE49-F238E27FC236}">
                    <a16:creationId xmlns:a16="http://schemas.microsoft.com/office/drawing/2014/main" id="{15EC00FE-964E-84B1-737C-978DA165EE8F}"/>
                  </a:ext>
                </a:extLst>
              </p:cNvPr>
              <p:cNvCxnSpPr/>
              <p:nvPr/>
            </p:nvCxnSpPr>
            <p:spPr>
              <a:xfrm>
                <a:off x="6606862" y="1160667"/>
                <a:ext cx="0" cy="3600000"/>
              </a:xfrm>
              <a:prstGeom prst="line">
                <a:avLst/>
              </a:prstGeom>
              <a:ln>
                <a:prstDash val="dash"/>
              </a:ln>
            </p:spPr>
            <p:style>
              <a:lnRef idx="2">
                <a:schemeClr val="dk1"/>
              </a:lnRef>
              <a:fillRef idx="0">
                <a:schemeClr val="dk1"/>
              </a:fillRef>
              <a:effectRef idx="1">
                <a:schemeClr val="dk1"/>
              </a:effectRef>
              <a:fontRef idx="minor">
                <a:schemeClr val="tx1"/>
              </a:fontRef>
            </p:style>
          </p:cxnSp>
          <p:cxnSp>
            <p:nvCxnSpPr>
              <p:cNvPr id="100" name="直接连接符 99">
                <a:extLst>
                  <a:ext uri="{FF2B5EF4-FFF2-40B4-BE49-F238E27FC236}">
                    <a16:creationId xmlns:a16="http://schemas.microsoft.com/office/drawing/2014/main" id="{A3135478-9927-5980-15FD-5DB2D5F09E37}"/>
                  </a:ext>
                </a:extLst>
              </p:cNvPr>
              <p:cNvCxnSpPr/>
              <p:nvPr/>
            </p:nvCxnSpPr>
            <p:spPr>
              <a:xfrm>
                <a:off x="7708006" y="1160667"/>
                <a:ext cx="0" cy="3600000"/>
              </a:xfrm>
              <a:prstGeom prst="line">
                <a:avLst/>
              </a:prstGeom>
              <a:ln>
                <a:prstDash val="dash"/>
              </a:ln>
            </p:spPr>
            <p:style>
              <a:lnRef idx="2">
                <a:schemeClr val="dk1"/>
              </a:lnRef>
              <a:fillRef idx="0">
                <a:schemeClr val="dk1"/>
              </a:fillRef>
              <a:effectRef idx="1">
                <a:schemeClr val="dk1"/>
              </a:effectRef>
              <a:fontRef idx="minor">
                <a:schemeClr val="tx1"/>
              </a:fontRef>
            </p:style>
          </p:cxnSp>
          <p:sp>
            <p:nvSpPr>
              <p:cNvPr id="101" name="椭圆 100">
                <a:extLst>
                  <a:ext uri="{FF2B5EF4-FFF2-40B4-BE49-F238E27FC236}">
                    <a16:creationId xmlns:a16="http://schemas.microsoft.com/office/drawing/2014/main" id="{139CE835-980A-388B-7A24-82ECF28160D1}"/>
                  </a:ext>
                </a:extLst>
              </p:cNvPr>
              <p:cNvSpPr/>
              <p:nvPr/>
            </p:nvSpPr>
            <p:spPr>
              <a:xfrm>
                <a:off x="1600720" y="4327132"/>
                <a:ext cx="363290" cy="363290"/>
              </a:xfrm>
              <a:prstGeom prst="ellipse">
                <a:avLst/>
              </a:prstGeom>
              <a:solidFill>
                <a:schemeClr val="accent1">
                  <a:lumMod val="40000"/>
                  <a:lumOff val="60000"/>
                </a:schemeClr>
              </a:solidFill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r>
                  <a:rPr lang="en-US" altLang="zh-CN" b="1" dirty="0">
                    <a:solidFill>
                      <a:schemeClr val="tx1"/>
                    </a:solidFill>
                  </a:rPr>
                  <a:t>1</a:t>
                </a:r>
                <a:endParaRPr lang="zh-CN" altLang="en-US" b="1" dirty="0">
                  <a:solidFill>
                    <a:schemeClr val="tx1"/>
                  </a:solidFill>
                </a:endParaRPr>
              </a:p>
            </p:txBody>
          </p:sp>
          <p:sp>
            <p:nvSpPr>
              <p:cNvPr id="102" name="椭圆 101">
                <a:extLst>
                  <a:ext uri="{FF2B5EF4-FFF2-40B4-BE49-F238E27FC236}">
                    <a16:creationId xmlns:a16="http://schemas.microsoft.com/office/drawing/2014/main" id="{902AE56A-0E14-D3EA-D960-757E977E4665}"/>
                  </a:ext>
                </a:extLst>
              </p:cNvPr>
              <p:cNvSpPr/>
              <p:nvPr/>
            </p:nvSpPr>
            <p:spPr>
              <a:xfrm>
                <a:off x="2547355" y="4327132"/>
                <a:ext cx="363290" cy="363290"/>
              </a:xfrm>
              <a:prstGeom prst="ellipse">
                <a:avLst/>
              </a:prstGeom>
              <a:solidFill>
                <a:schemeClr val="accent1">
                  <a:lumMod val="40000"/>
                  <a:lumOff val="60000"/>
                </a:schemeClr>
              </a:solidFill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r>
                  <a:rPr lang="en-US" altLang="zh-CN" b="1" dirty="0">
                    <a:solidFill>
                      <a:schemeClr val="tx1"/>
                    </a:solidFill>
                  </a:rPr>
                  <a:t>2</a:t>
                </a:r>
                <a:endParaRPr lang="zh-CN" altLang="en-US" b="1" dirty="0">
                  <a:solidFill>
                    <a:schemeClr val="tx1"/>
                  </a:solidFill>
                </a:endParaRPr>
              </a:p>
            </p:txBody>
          </p:sp>
          <p:sp>
            <p:nvSpPr>
              <p:cNvPr id="103" name="椭圆 102">
                <a:extLst>
                  <a:ext uri="{FF2B5EF4-FFF2-40B4-BE49-F238E27FC236}">
                    <a16:creationId xmlns:a16="http://schemas.microsoft.com/office/drawing/2014/main" id="{73521889-8043-6EED-205F-2ABC340C37FE}"/>
                  </a:ext>
                </a:extLst>
              </p:cNvPr>
              <p:cNvSpPr/>
              <p:nvPr/>
            </p:nvSpPr>
            <p:spPr>
              <a:xfrm>
                <a:off x="3685237" y="4327132"/>
                <a:ext cx="363290" cy="363290"/>
              </a:xfrm>
              <a:prstGeom prst="ellipse">
                <a:avLst/>
              </a:prstGeom>
              <a:solidFill>
                <a:schemeClr val="accent1">
                  <a:lumMod val="40000"/>
                  <a:lumOff val="60000"/>
                </a:schemeClr>
              </a:solidFill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r>
                  <a:rPr lang="en-US" altLang="zh-CN" b="1" dirty="0">
                    <a:solidFill>
                      <a:schemeClr val="tx1"/>
                    </a:solidFill>
                  </a:rPr>
                  <a:t>3</a:t>
                </a:r>
                <a:endParaRPr lang="zh-CN" altLang="en-US" b="1" dirty="0">
                  <a:solidFill>
                    <a:schemeClr val="tx1"/>
                  </a:solidFill>
                </a:endParaRPr>
              </a:p>
            </p:txBody>
          </p:sp>
          <p:sp>
            <p:nvSpPr>
              <p:cNvPr id="104" name="椭圆 103">
                <a:extLst>
                  <a:ext uri="{FF2B5EF4-FFF2-40B4-BE49-F238E27FC236}">
                    <a16:creationId xmlns:a16="http://schemas.microsoft.com/office/drawing/2014/main" id="{BDE4E775-A88B-2550-0233-AFC7D9524187}"/>
                  </a:ext>
                </a:extLst>
              </p:cNvPr>
              <p:cNvSpPr/>
              <p:nvPr/>
            </p:nvSpPr>
            <p:spPr>
              <a:xfrm>
                <a:off x="4830230" y="4327132"/>
                <a:ext cx="363290" cy="363290"/>
              </a:xfrm>
              <a:prstGeom prst="ellipse">
                <a:avLst/>
              </a:prstGeom>
              <a:solidFill>
                <a:schemeClr val="accent1">
                  <a:lumMod val="40000"/>
                  <a:lumOff val="60000"/>
                </a:schemeClr>
              </a:solidFill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r>
                  <a:rPr lang="en-US" altLang="zh-CN" b="1" dirty="0">
                    <a:solidFill>
                      <a:schemeClr val="tx1"/>
                    </a:solidFill>
                  </a:rPr>
                  <a:t>4</a:t>
                </a:r>
                <a:endParaRPr lang="zh-CN" altLang="en-US" b="1" dirty="0">
                  <a:solidFill>
                    <a:schemeClr val="tx1"/>
                  </a:solidFill>
                </a:endParaRPr>
              </a:p>
            </p:txBody>
          </p:sp>
          <p:sp>
            <p:nvSpPr>
              <p:cNvPr id="105" name="椭圆 104">
                <a:extLst>
                  <a:ext uri="{FF2B5EF4-FFF2-40B4-BE49-F238E27FC236}">
                    <a16:creationId xmlns:a16="http://schemas.microsoft.com/office/drawing/2014/main" id="{AF033B6F-6BF7-990D-ECAD-71987F08AC90}"/>
                  </a:ext>
                </a:extLst>
              </p:cNvPr>
              <p:cNvSpPr/>
              <p:nvPr/>
            </p:nvSpPr>
            <p:spPr>
              <a:xfrm>
                <a:off x="5858547" y="4327132"/>
                <a:ext cx="363290" cy="363290"/>
              </a:xfrm>
              <a:prstGeom prst="ellipse">
                <a:avLst/>
              </a:prstGeom>
              <a:solidFill>
                <a:schemeClr val="accent1">
                  <a:lumMod val="40000"/>
                  <a:lumOff val="60000"/>
                </a:schemeClr>
              </a:solidFill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r>
                  <a:rPr lang="en-US" altLang="zh-CN" b="1" dirty="0">
                    <a:solidFill>
                      <a:schemeClr val="tx1"/>
                    </a:solidFill>
                  </a:rPr>
                  <a:t>5</a:t>
                </a:r>
                <a:endParaRPr lang="zh-CN" altLang="en-US" b="1" dirty="0">
                  <a:solidFill>
                    <a:schemeClr val="tx1"/>
                  </a:solidFill>
                </a:endParaRPr>
              </a:p>
            </p:txBody>
          </p:sp>
          <p:sp>
            <p:nvSpPr>
              <p:cNvPr id="106" name="椭圆 105">
                <a:extLst>
                  <a:ext uri="{FF2B5EF4-FFF2-40B4-BE49-F238E27FC236}">
                    <a16:creationId xmlns:a16="http://schemas.microsoft.com/office/drawing/2014/main" id="{0E39FC07-1232-B2B0-E3B8-77FD4FF7BB33}"/>
                  </a:ext>
                </a:extLst>
              </p:cNvPr>
              <p:cNvSpPr/>
              <p:nvPr/>
            </p:nvSpPr>
            <p:spPr>
              <a:xfrm>
                <a:off x="6973137" y="4327132"/>
                <a:ext cx="363290" cy="363290"/>
              </a:xfrm>
              <a:prstGeom prst="ellipse">
                <a:avLst/>
              </a:prstGeom>
              <a:solidFill>
                <a:schemeClr val="accent1">
                  <a:lumMod val="40000"/>
                  <a:lumOff val="60000"/>
                </a:schemeClr>
              </a:solidFill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r>
                  <a:rPr lang="en-US" altLang="zh-CN" b="1" dirty="0">
                    <a:solidFill>
                      <a:schemeClr val="tx1"/>
                    </a:solidFill>
                  </a:rPr>
                  <a:t>6</a:t>
                </a:r>
                <a:endParaRPr lang="zh-CN" altLang="en-US" b="1" dirty="0">
                  <a:solidFill>
                    <a:schemeClr val="tx1"/>
                  </a:solidFill>
                </a:endParaRPr>
              </a:p>
            </p:txBody>
          </p:sp>
          <p:sp>
            <p:nvSpPr>
              <p:cNvPr id="107" name="椭圆 106">
                <a:extLst>
                  <a:ext uri="{FF2B5EF4-FFF2-40B4-BE49-F238E27FC236}">
                    <a16:creationId xmlns:a16="http://schemas.microsoft.com/office/drawing/2014/main" id="{5CFD479E-2948-37BF-71A8-CBCAC8EB227A}"/>
                  </a:ext>
                </a:extLst>
              </p:cNvPr>
              <p:cNvSpPr/>
              <p:nvPr/>
            </p:nvSpPr>
            <p:spPr>
              <a:xfrm>
                <a:off x="7932518" y="4327132"/>
                <a:ext cx="363290" cy="363290"/>
              </a:xfrm>
              <a:prstGeom prst="ellipse">
                <a:avLst/>
              </a:prstGeom>
              <a:solidFill>
                <a:schemeClr val="accent1">
                  <a:lumMod val="40000"/>
                  <a:lumOff val="60000"/>
                </a:schemeClr>
              </a:solidFill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r>
                  <a:rPr lang="en-US" altLang="zh-CN" b="1" dirty="0">
                    <a:solidFill>
                      <a:schemeClr val="tx1"/>
                    </a:solidFill>
                  </a:rPr>
                  <a:t>7</a:t>
                </a:r>
                <a:endParaRPr lang="zh-CN" altLang="en-US" b="1" dirty="0">
                  <a:solidFill>
                    <a:schemeClr val="tx1"/>
                  </a:solidFill>
                </a:endParaRPr>
              </a:p>
            </p:txBody>
          </p:sp>
        </p:grpSp>
      </p:grpSp>
    </p:spTree>
    <p:extLst>
      <p:ext uri="{BB962C8B-B14F-4D97-AF65-F5344CB8AC3E}">
        <p14:creationId xmlns:p14="http://schemas.microsoft.com/office/powerpoint/2010/main" val="3231499972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主题​​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等线 Light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等线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7</Words>
  <Application>Microsoft Office PowerPoint</Application>
  <PresentationFormat>宽屏</PresentationFormat>
  <Paragraphs>7</Paragraphs>
  <Slides>1</Slides>
  <Notes>0</Notes>
  <HiddenSlides>0</HiddenSlides>
  <MMClips>0</MMClips>
  <ScaleCrop>false</ScaleCrop>
  <HeadingPairs>
    <vt:vector size="6" baseType="variant">
      <vt:variant>
        <vt:lpstr>已用的字体</vt:lpstr>
      </vt:variant>
      <vt:variant>
        <vt:i4>3</vt:i4>
      </vt:variant>
      <vt:variant>
        <vt:lpstr>主题</vt:lpstr>
      </vt:variant>
      <vt:variant>
        <vt:i4>1</vt:i4>
      </vt:variant>
      <vt:variant>
        <vt:lpstr>幻灯片标题</vt:lpstr>
      </vt:variant>
      <vt:variant>
        <vt:i4>1</vt:i4>
      </vt:variant>
    </vt:vector>
  </HeadingPairs>
  <TitlesOfParts>
    <vt:vector size="5" baseType="lpstr">
      <vt:lpstr>等线</vt:lpstr>
      <vt:lpstr>等线 Light</vt:lpstr>
      <vt:lpstr>Arial</vt:lpstr>
      <vt:lpstr>Office 主题​​</vt:lpstr>
      <vt:lpstr>PowerPoint 演示文稿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Haizhao T.</dc:creator>
  <cp:lastModifiedBy>Haizhao T.</cp:lastModifiedBy>
  <cp:revision>1</cp:revision>
  <dcterms:created xsi:type="dcterms:W3CDTF">2026-08-27T05:03:32Z</dcterms:created>
  <dcterms:modified xsi:type="dcterms:W3CDTF">2026-08-27T05:03:39Z</dcterms:modified>
</cp:coreProperties>
</file>