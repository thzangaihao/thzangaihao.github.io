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3DF9A-A238-A61B-DF40-4D7F193CD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F6C648-311C-B859-459F-AC0039F27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0F592-1578-05A5-B0E4-F50F379D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42EE0-5562-C4A7-FEAE-97C2D5D9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541D5-9E25-5835-6EC3-85A98E78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08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02982-8E5C-8B31-E00D-A398A468C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287C0-572D-D289-D81B-6245E058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ED52AE-1455-C825-2D37-F38965FE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6B5AF1-A7E1-B1FC-27D4-D98E120B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E34296-E4B1-FDA7-0BD6-A1081499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06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FAB35-08A9-1471-D740-585D9EE76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8195A1-C6BE-5964-CA09-9DFC7A6DA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966E2F-4F80-4DF9-75F4-864949392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0C809-9BC4-61EC-A8FE-B2BB52D9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F5BE5F-54DB-E725-3600-A00107CA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627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143B1-B156-8B7A-D276-BB83EDFC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3FC5A4-DBD8-5CE1-FF79-FB27DCA552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63826D-2214-3D99-7391-FEBBE347C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F18349-AC42-D2E2-8B1A-6947CA1A6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62E01D-84CB-75CB-A092-6BCBC0671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3B8194-F1C3-3131-D0B6-6D5A03FC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18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43855-6071-9EEB-43C1-725D641B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EA2E6F-F896-A0BB-A591-29252C9A0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F757D1-4235-E94C-DC9B-EA3FF6E22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088A3A-A578-4D44-23A1-A9AE33871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342CAC-A435-78D8-F939-656CA5540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DB8330-E052-77E5-FF6B-FCDD05F7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753466-B204-6574-24CE-51C96A291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58C9F7-9CBA-67CB-C2A1-CF55FF90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450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67F32-6694-9D75-E9AD-F5690E367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63B19B-360A-6450-F99F-D2BB742C2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3D6677-4FEA-011A-B22C-B4C8CFC0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75D7DC-CE24-96EE-E026-06013876A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69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105B8C-30E8-1F9A-5FAB-48856D51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AF3F96-C316-227B-E830-A2F98367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9F963B-596A-6331-49B6-CC726F5B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72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E3FF3-55C8-76C7-C1C9-06E2D0B06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6BD68-735F-EE2B-A335-2AC3FB4EC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9BD5CB-A073-509C-19DC-45BE0439D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2975C2-DD15-1FE7-8C30-18D4061D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BFE911-6D72-0D70-6969-7C0C865D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C7A2D9-5FED-AC9D-9EA9-A00B77F2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70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01F94-8FF5-4DAF-FCA2-942D3928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80D673-3EFD-3EE4-53EB-7DD961BCE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7048E7-5131-EA2C-7358-3032DAC4A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2F5F0D-560F-F28D-2B57-17A34988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552EE0-65F7-1A5C-A2AD-2D00A55E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E36AD-A5E8-02F5-B26C-738DAC4A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89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6BBD9-572E-971F-FBE5-B524ECD6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FA8BF4-6161-973E-7ED5-B9BE68BEA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09B47E-48B6-3280-1F0E-61FF83E9A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173C76-4E2F-0B4F-BA78-335FE841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3508DB-1D0E-0712-CF28-EC7D700F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68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D68556-6963-25C8-978E-8BF78A641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6F8573-2456-D26D-49E7-90B8F3E35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58D80E-E885-4DBF-4011-30E24906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FEDAD6-33EE-2CA9-2BCB-60959DDC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FEA324-CC37-6612-2CD9-FD724E6C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39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D953E-0B3B-EF36-AF02-FE78395B7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EB9199-AA60-ADEA-D507-D4FABBE51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9630F3-6347-9864-7562-D658FEA79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8499B-A6CB-416A-91B2-88125F7D5C0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0F3E1-B4B9-FBDD-F297-94ECF77B0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17B09-DC39-D7C0-C0E5-D4B5639FF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87A79-5798-4079-8D43-D85B0DCA0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329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FEEA7719-6155-C50E-6DD1-074B3F9487D9}"/>
              </a:ext>
            </a:extLst>
          </p:cNvPr>
          <p:cNvGrpSpPr/>
          <p:nvPr/>
        </p:nvGrpSpPr>
        <p:grpSpPr>
          <a:xfrm>
            <a:off x="2893454" y="913329"/>
            <a:ext cx="6147514" cy="1863140"/>
            <a:chOff x="3608232" y="1820215"/>
            <a:chExt cx="6147514" cy="186314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E2B34DF-0A1C-EEDB-8603-FB57FE835B79}"/>
                </a:ext>
              </a:extLst>
            </p:cNvPr>
            <p:cNvSpPr/>
            <p:nvPr/>
          </p:nvSpPr>
          <p:spPr>
            <a:xfrm>
              <a:off x="4908461" y="2429814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AT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D7DC36F-74A7-DCF9-F0E1-3F2DA5CEEA73}"/>
                </a:ext>
              </a:extLst>
            </p:cNvPr>
            <p:cNvSpPr/>
            <p:nvPr/>
          </p:nvSpPr>
          <p:spPr>
            <a:xfrm>
              <a:off x="8809149" y="2429814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GT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9FFF2E6-C76F-F387-E5F1-490A29D0946A}"/>
                </a:ext>
              </a:extLst>
            </p:cNvPr>
            <p:cNvSpPr/>
            <p:nvPr/>
          </p:nvSpPr>
          <p:spPr>
            <a:xfrm>
              <a:off x="7508919" y="2429814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CG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5FDC464C-8417-78FE-3F1C-B6EBBC94D421}"/>
                </a:ext>
              </a:extLst>
            </p:cNvPr>
            <p:cNvSpPr/>
            <p:nvPr/>
          </p:nvSpPr>
          <p:spPr>
            <a:xfrm>
              <a:off x="6208690" y="2429814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TC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5FDFD7C-3F0A-349E-946C-A117EA99050C}"/>
                </a:ext>
              </a:extLst>
            </p:cNvPr>
            <p:cNvGrpSpPr/>
            <p:nvPr/>
          </p:nvGrpSpPr>
          <p:grpSpPr>
            <a:xfrm>
              <a:off x="3608232" y="1820215"/>
              <a:ext cx="946597" cy="1863140"/>
              <a:chOff x="3608232" y="1820215"/>
              <a:chExt cx="946597" cy="1863140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722BD8AD-7601-DBA4-FAD0-3BD9D46B5BAB}"/>
                  </a:ext>
                </a:extLst>
              </p:cNvPr>
              <p:cNvSpPr/>
              <p:nvPr/>
            </p:nvSpPr>
            <p:spPr>
              <a:xfrm>
                <a:off x="3608232" y="3039412"/>
                <a:ext cx="946597" cy="64394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GA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FB78C52C-6B8E-7185-97A6-7A8B869F8D70}"/>
                  </a:ext>
                </a:extLst>
              </p:cNvPr>
              <p:cNvSpPr/>
              <p:nvPr/>
            </p:nvSpPr>
            <p:spPr>
              <a:xfrm>
                <a:off x="3608232" y="1820215"/>
                <a:ext cx="946597" cy="64394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TG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F37C2F94-466E-1993-3880-B8A87A8CC57F}"/>
                </a:ext>
              </a:extLst>
            </p:cNvPr>
            <p:cNvCxnSpPr>
              <a:cxnSpLocks/>
              <a:stCxn id="4" idx="1"/>
              <a:endCxn id="9" idx="6"/>
            </p:cNvCxnSpPr>
            <p:nvPr/>
          </p:nvCxnSpPr>
          <p:spPr>
            <a:xfrm flipH="1" flipV="1">
              <a:off x="4554829" y="2142187"/>
              <a:ext cx="492258" cy="3819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C1F68FB-7802-EA39-DEA7-4CF2AEA165FC}"/>
                </a:ext>
              </a:extLst>
            </p:cNvPr>
            <p:cNvCxnSpPr>
              <a:cxnSpLocks/>
              <a:stCxn id="9" idx="4"/>
              <a:endCxn id="8" idx="0"/>
            </p:cNvCxnSpPr>
            <p:nvPr/>
          </p:nvCxnSpPr>
          <p:spPr>
            <a:xfrm>
              <a:off x="4081531" y="2464158"/>
              <a:ext cx="0" cy="5752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12CF352-53FC-066C-A6EB-E9F7050E5423}"/>
                </a:ext>
              </a:extLst>
            </p:cNvPr>
            <p:cNvCxnSpPr>
              <a:cxnSpLocks/>
              <a:stCxn id="8" idx="6"/>
              <a:endCxn id="4" idx="3"/>
            </p:cNvCxnSpPr>
            <p:nvPr/>
          </p:nvCxnSpPr>
          <p:spPr>
            <a:xfrm flipV="1">
              <a:off x="4554829" y="2979454"/>
              <a:ext cx="492258" cy="3819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43A98BA7-D345-5194-19C6-60B03619FCB3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5855058" y="2751786"/>
              <a:ext cx="353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AD5BAA39-DC0B-9438-57AF-2E8D2119C55D}"/>
                </a:ext>
              </a:extLst>
            </p:cNvPr>
            <p:cNvCxnSpPr>
              <a:cxnSpLocks/>
              <a:stCxn id="7" idx="6"/>
              <a:endCxn id="6" idx="2"/>
            </p:cNvCxnSpPr>
            <p:nvPr/>
          </p:nvCxnSpPr>
          <p:spPr>
            <a:xfrm>
              <a:off x="7155287" y="2751786"/>
              <a:ext cx="353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07C8F704-49A6-8FB7-61C0-EAFA0D4EED6B}"/>
                </a:ext>
              </a:extLst>
            </p:cNvPr>
            <p:cNvCxnSpPr>
              <a:cxnSpLocks/>
              <a:stCxn id="6" idx="6"/>
              <a:endCxn id="5" idx="2"/>
            </p:cNvCxnSpPr>
            <p:nvPr/>
          </p:nvCxnSpPr>
          <p:spPr>
            <a:xfrm>
              <a:off x="8455516" y="2751786"/>
              <a:ext cx="3536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911B60D4-BFDD-D7D5-C17A-45D39F7D2F41}"/>
              </a:ext>
            </a:extLst>
          </p:cNvPr>
          <p:cNvSpPr txBox="1"/>
          <p:nvPr/>
        </p:nvSpPr>
        <p:spPr>
          <a:xfrm>
            <a:off x="4056707" y="1141371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ATG</a:t>
            </a:r>
            <a:endParaRPr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58E9325-4394-118F-E744-EAEBC2256DDC}"/>
              </a:ext>
            </a:extLst>
          </p:cNvPr>
          <p:cNvSpPr txBox="1"/>
          <p:nvPr/>
        </p:nvSpPr>
        <p:spPr>
          <a:xfrm>
            <a:off x="2853470" y="1661031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TGA</a:t>
            </a:r>
            <a:endParaRPr lang="zh-CN" altLang="en-US" sz="1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1E8810B-BC2D-4ED5-A002-A1E54B03C926}"/>
              </a:ext>
            </a:extLst>
          </p:cNvPr>
          <p:cNvSpPr txBox="1"/>
          <p:nvPr/>
        </p:nvSpPr>
        <p:spPr>
          <a:xfrm>
            <a:off x="4056707" y="2263533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GAT</a:t>
            </a:r>
            <a:endParaRPr lang="zh-CN" altLang="en-US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752DE33-6620-0F01-72A8-8034B2CA9779}"/>
              </a:ext>
            </a:extLst>
          </p:cNvPr>
          <p:cNvSpPr txBox="1"/>
          <p:nvPr/>
        </p:nvSpPr>
        <p:spPr>
          <a:xfrm>
            <a:off x="5049943" y="1873579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ATC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F7F4A8B-9E85-D134-A48E-A1ACCA5D3EE3}"/>
              </a:ext>
            </a:extLst>
          </p:cNvPr>
          <p:cNvSpPr txBox="1"/>
          <p:nvPr/>
        </p:nvSpPr>
        <p:spPr>
          <a:xfrm>
            <a:off x="6366294" y="1873579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TCG</a:t>
            </a:r>
            <a:endParaRPr lang="zh-CN" altLang="en-US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3ED824F-FD7E-4A63-D066-1397B3C3CFF4}"/>
              </a:ext>
            </a:extLst>
          </p:cNvPr>
          <p:cNvSpPr txBox="1"/>
          <p:nvPr/>
        </p:nvSpPr>
        <p:spPr>
          <a:xfrm>
            <a:off x="7662516" y="1873579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CGT</a:t>
            </a:r>
            <a:endParaRPr lang="zh-CN" altLang="en-US" sz="1400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A4FAE5F-7046-3580-AED9-AB6BCCDC6EA9}"/>
              </a:ext>
            </a:extLst>
          </p:cNvPr>
          <p:cNvGrpSpPr/>
          <p:nvPr/>
        </p:nvGrpSpPr>
        <p:grpSpPr>
          <a:xfrm>
            <a:off x="2893454" y="3829445"/>
            <a:ext cx="7447742" cy="763487"/>
            <a:chOff x="2893454" y="3829445"/>
            <a:chExt cx="7447742" cy="763487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47A753C-5986-006E-A4D5-DAB8C6818492}"/>
                </a:ext>
              </a:extLst>
            </p:cNvPr>
            <p:cNvSpPr txBox="1"/>
            <p:nvPr/>
          </p:nvSpPr>
          <p:spPr>
            <a:xfrm>
              <a:off x="3705214" y="3829445"/>
              <a:ext cx="627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altLang="zh-CN" sz="1400" dirty="0"/>
                <a:t>ATGA</a:t>
              </a:r>
              <a:endParaRPr lang="zh-CN" altLang="en-US" sz="1400" dirty="0"/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722F3829-6405-34C7-6F02-2BF2C33D564F}"/>
                </a:ext>
              </a:extLst>
            </p:cNvPr>
            <p:cNvSpPr/>
            <p:nvPr/>
          </p:nvSpPr>
          <p:spPr>
            <a:xfrm>
              <a:off x="2893454" y="3948989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ATG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B314E152-654D-67F0-3127-32A43953E072}"/>
                </a:ext>
              </a:extLst>
            </p:cNvPr>
            <p:cNvSpPr/>
            <p:nvPr/>
          </p:nvSpPr>
          <p:spPr>
            <a:xfrm>
              <a:off x="4193682" y="3948989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TGA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807DE30-E7DE-4BCA-AD84-9DE18FD4807C}"/>
                </a:ext>
              </a:extLst>
            </p:cNvPr>
            <p:cNvSpPr/>
            <p:nvPr/>
          </p:nvSpPr>
          <p:spPr>
            <a:xfrm>
              <a:off x="5493912" y="3948989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GAT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0AF464-5C5B-026B-6899-390AA703D674}"/>
                </a:ext>
              </a:extLst>
            </p:cNvPr>
            <p:cNvSpPr/>
            <p:nvPr/>
          </p:nvSpPr>
          <p:spPr>
            <a:xfrm>
              <a:off x="6794141" y="3948989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ATC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5373E70-005F-641A-816A-5BF77B0CC215}"/>
                </a:ext>
              </a:extLst>
            </p:cNvPr>
            <p:cNvSpPr/>
            <p:nvPr/>
          </p:nvSpPr>
          <p:spPr>
            <a:xfrm>
              <a:off x="8094370" y="3948989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TCG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DFDEBAF5-90CA-10B8-23E7-D597E1AAAD26}"/>
                </a:ext>
              </a:extLst>
            </p:cNvPr>
            <p:cNvCxnSpPr>
              <a:cxnSpLocks/>
              <a:stCxn id="2" idx="6"/>
              <a:endCxn id="3" idx="2"/>
            </p:cNvCxnSpPr>
            <p:nvPr/>
          </p:nvCxnSpPr>
          <p:spPr>
            <a:xfrm>
              <a:off x="3840051" y="4270961"/>
              <a:ext cx="3536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92D6FC97-D755-82AE-B5E3-AA1A6E4380A1}"/>
                </a:ext>
              </a:extLst>
            </p:cNvPr>
            <p:cNvCxnSpPr>
              <a:cxnSpLocks/>
              <a:stCxn id="3" idx="6"/>
              <a:endCxn id="11" idx="2"/>
            </p:cNvCxnSpPr>
            <p:nvPr/>
          </p:nvCxnSpPr>
          <p:spPr>
            <a:xfrm>
              <a:off x="5140279" y="4270961"/>
              <a:ext cx="3536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DD5EB43D-AF1E-D1AC-9EE4-21C335CB8B3C}"/>
                </a:ext>
              </a:extLst>
            </p:cNvPr>
            <p:cNvCxnSpPr>
              <a:cxnSpLocks/>
              <a:stCxn id="11" idx="6"/>
              <a:endCxn id="13" idx="2"/>
            </p:cNvCxnSpPr>
            <p:nvPr/>
          </p:nvCxnSpPr>
          <p:spPr>
            <a:xfrm>
              <a:off x="6440509" y="4270961"/>
              <a:ext cx="353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BCB52B2-3BFB-BB53-4F01-AC2848DA5D11}"/>
                </a:ext>
              </a:extLst>
            </p:cNvPr>
            <p:cNvCxnSpPr>
              <a:cxnSpLocks/>
              <a:stCxn id="13" idx="6"/>
              <a:endCxn id="15" idx="2"/>
            </p:cNvCxnSpPr>
            <p:nvPr/>
          </p:nvCxnSpPr>
          <p:spPr>
            <a:xfrm>
              <a:off x="7740738" y="4270961"/>
              <a:ext cx="353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7FD0668-4525-8D7B-59A6-9683B29C1A85}"/>
                </a:ext>
              </a:extLst>
            </p:cNvPr>
            <p:cNvSpPr txBox="1"/>
            <p:nvPr/>
          </p:nvSpPr>
          <p:spPr>
            <a:xfrm>
              <a:off x="5003548" y="3829445"/>
              <a:ext cx="6062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altLang="zh-CN" sz="1400" dirty="0"/>
                <a:t>TGAT</a:t>
              </a:r>
              <a:endParaRPr lang="zh-CN" altLang="en-US" sz="14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6112C23-FA13-E69B-49F0-C7C0873F72E4}"/>
                </a:ext>
              </a:extLst>
            </p:cNvPr>
            <p:cNvSpPr txBox="1"/>
            <p:nvPr/>
          </p:nvSpPr>
          <p:spPr>
            <a:xfrm>
              <a:off x="6314197" y="3829445"/>
              <a:ext cx="6238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altLang="zh-CN" sz="1400" dirty="0"/>
                <a:t>GATC</a:t>
              </a:r>
              <a:endParaRPr lang="zh-CN" altLang="en-US" sz="14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A689B17-56B8-7C15-60F0-1E3EBB65D7CF}"/>
                </a:ext>
              </a:extLst>
            </p:cNvPr>
            <p:cNvSpPr txBox="1"/>
            <p:nvPr/>
          </p:nvSpPr>
          <p:spPr>
            <a:xfrm>
              <a:off x="7605610" y="3829445"/>
              <a:ext cx="6238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altLang="zh-CN" sz="1400" dirty="0"/>
                <a:t>ATCG</a:t>
              </a:r>
              <a:endParaRPr lang="zh-CN" altLang="en-US" sz="1400" dirty="0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F2274B8-0E0E-E2A4-7F28-3CE68712B739}"/>
                </a:ext>
              </a:extLst>
            </p:cNvPr>
            <p:cNvSpPr/>
            <p:nvPr/>
          </p:nvSpPr>
          <p:spPr>
            <a:xfrm>
              <a:off x="9394599" y="3948989"/>
              <a:ext cx="946597" cy="6439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TCG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63AFB85C-85C3-8B33-9035-482AA27BA6BE}"/>
                </a:ext>
              </a:extLst>
            </p:cNvPr>
            <p:cNvCxnSpPr>
              <a:cxnSpLocks/>
              <a:stCxn id="15" idx="6"/>
              <a:endCxn id="47" idx="2"/>
            </p:cNvCxnSpPr>
            <p:nvPr/>
          </p:nvCxnSpPr>
          <p:spPr>
            <a:xfrm>
              <a:off x="9040967" y="4270961"/>
              <a:ext cx="3536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45E081D-0E49-9E8E-722E-6C7E17BF96AE}"/>
                </a:ext>
              </a:extLst>
            </p:cNvPr>
            <p:cNvSpPr txBox="1"/>
            <p:nvPr/>
          </p:nvSpPr>
          <p:spPr>
            <a:xfrm>
              <a:off x="8905839" y="3829445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altLang="zh-CN" sz="1400" dirty="0"/>
                <a:t>TCGT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2161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</Words>
  <Application>Microsoft Office PowerPoint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Haizhao T.</dc:creator>
  <cp:lastModifiedBy>Haizhao T.</cp:lastModifiedBy>
  <cp:revision>4</cp:revision>
  <dcterms:created xsi:type="dcterms:W3CDTF">2026-04-14T13:09:09Z</dcterms:created>
  <dcterms:modified xsi:type="dcterms:W3CDTF">2026-04-14T13:27:44Z</dcterms:modified>
</cp:coreProperties>
</file>