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765" y="2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87F761-F06D-2012-6007-CCEC03907F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3BE6B4B-7A71-6D0F-510C-9AB13096DF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9A60C6-7689-AEBE-4840-B22FE6511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2C12-7F9E-458A-9926-9669C768BB55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2E5CEC-4F4E-913B-733E-C7F39A791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F78C62-6B80-FE51-8895-E0DFAF0A9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1B604-7FE2-4C11-9411-1C838ED85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162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49739E-B621-2C76-443B-2F3D36AD4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6A5E99-ECA4-5D15-45A0-AD28C9BC10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B51436-5E84-1E5E-53B4-4A62C9883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2C12-7F9E-458A-9926-9669C768BB55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24E3FD-4D38-83FD-58F2-AD1351745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C0A74B-5FE8-C323-2506-007AFE25C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1B604-7FE2-4C11-9411-1C838ED85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1948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04FF1A-74D0-060C-9562-B7E7CB03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27DC142-3882-34B3-667D-F0D36EAADE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1AE823-3EA4-0468-FD6D-67B4BF75D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2C12-7F9E-458A-9926-9669C768BB55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93B8A0-0BAF-41EB-DB97-112AEF777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E52E67-BFBA-D6A9-61A7-CCF76F78B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1B604-7FE2-4C11-9411-1C838ED85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747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CC63F3-04CB-C4CF-BD9B-8B01088F7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C3F611-C045-1456-3E16-B360DEC779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D05A159-9B40-5D7E-30FD-B0E03663AE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1F21A3A-1ADD-BD85-0BEE-A66A85B22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2C12-7F9E-458A-9926-9669C768BB55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030FE9B-69E1-A6DD-9A19-1FB034342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C835FCB-8F0D-8AD3-6C69-4CF6CD417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1B604-7FE2-4C11-9411-1C838ED85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7670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917780-7C90-1230-6D64-269089554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63344D-3EFE-1E5B-326F-784B4F02AC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9E2296C-B1D0-3845-3E0F-1F55957DB6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FD4651C-8D98-094D-71AA-F698621CCA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B2D21F-A369-877E-3CC6-40D0291033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0199FBF-58C4-D38D-DD65-326796D6B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2C12-7F9E-458A-9926-9669C768BB55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A8B2E7E-4A47-138E-DAB8-70F50F4F0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3408542-5B88-B614-D57E-19DC6D4F5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1B604-7FE2-4C11-9411-1C838ED85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3521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606635-E9CE-F3CB-D2DE-0748F5DB7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46430E7-25D0-0AA1-DC42-0023DC83D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2C12-7F9E-458A-9926-9669C768BB55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5E5D1C4-C631-32D4-3DE6-CAE13819C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33D6CD8-9740-8327-F759-170E015C7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1B604-7FE2-4C11-9411-1C838ED85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1117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09E7233-5E63-C139-E558-33C9B2FA2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2C12-7F9E-458A-9926-9669C768BB55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5FC0163-51B7-6727-B03D-FEA970225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5918AA-38DB-08D3-65FD-B01F23C06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1B604-7FE2-4C11-9411-1C838ED85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4750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E9F5C3-459A-0797-40DD-08C558BD9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72B998-830F-6388-8711-BECB054B0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BD728E6-EDFF-6676-DC36-7E03563FAF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C35532-7EFA-FF2C-4D91-5211AC6A4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2C12-7F9E-458A-9926-9669C768BB55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C3F6B1A-AD90-3182-7224-78E2E4DCE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9F7116A-EA41-1213-45DF-5B015700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1B604-7FE2-4C11-9411-1C838ED85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0082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4F828D-B1B1-A678-31E0-BD92644AE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E4BD61A-E6FE-1146-FE6D-F8E77ACBA1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5BDBD20-D4A5-9809-D1E2-11EFDC44C9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786818B-D24B-5BEF-AD4B-ED24DF83A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2C12-7F9E-458A-9926-9669C768BB55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AA4FDE2-2F2B-0D3A-64CD-BDA0C3794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04296BF-C001-48F9-3AFF-3D506A676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1B604-7FE2-4C11-9411-1C838ED85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7580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77E11B-B81E-8D34-A49A-C2F05E1C7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61D1224-2EDE-01CB-4920-DFAE8821C8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E1207E-607A-831C-47D6-27C404F80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2C12-7F9E-458A-9926-9669C768BB55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200F20-034C-B081-42C4-062A5DEEA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E03261-A22D-5D89-CE4C-77B4FE8A6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1B604-7FE2-4C11-9411-1C838ED85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4783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2DDC914-A2A2-4C49-0F5D-454040A557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8E246C5-31DB-5336-C382-05825CD445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BF66A1-E193-4B0A-B9DD-743E9468B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2C12-7F9E-458A-9926-9669C768BB55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ADFB55-86B5-9A9A-BEDD-198701A4D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7F3379-97F8-E37E-EAC0-1623A2850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1B604-7FE2-4C11-9411-1C838ED85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4851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AF835A0-AF15-9904-2E5D-74DFEAA9A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98510B-D24F-9309-EC86-EA0D806BF8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69635A-DB1A-7A14-02F0-1424306508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342C12-7F9E-458A-9926-9669C768BB55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29D0FF-A4DC-ADFE-47EE-B40B94A3CF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15850E-982B-D080-9795-9E4D284630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A1B604-7FE2-4C11-9411-1C838ED85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4185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3ABA6-4784-A6A5-B75F-0BDA369E3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3F7EF39A-2B66-7B6E-1EAB-37604A5DED12}"/>
              </a:ext>
            </a:extLst>
          </p:cNvPr>
          <p:cNvGrpSpPr/>
          <p:nvPr/>
        </p:nvGrpSpPr>
        <p:grpSpPr>
          <a:xfrm>
            <a:off x="1423085" y="1196804"/>
            <a:ext cx="10080000" cy="4320000"/>
            <a:chOff x="1423085" y="1196804"/>
            <a:chExt cx="10080000" cy="4320000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7A80A95-85EE-7E6B-F5FA-7984751315AC}"/>
                </a:ext>
              </a:extLst>
            </p:cNvPr>
            <p:cNvSpPr/>
            <p:nvPr/>
          </p:nvSpPr>
          <p:spPr>
            <a:xfrm>
              <a:off x="3583085" y="1196804"/>
              <a:ext cx="2160000" cy="432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睡觉</a:t>
              </a:r>
              <a:endParaRPr lang="en-US" altLang="zh-CN" dirty="0">
                <a:solidFill>
                  <a:schemeClr val="tx1"/>
                </a:solidFill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CDA89A73-523D-38A9-C0BC-B39B00C23982}"/>
                </a:ext>
              </a:extLst>
            </p:cNvPr>
            <p:cNvSpPr/>
            <p:nvPr/>
          </p:nvSpPr>
          <p:spPr>
            <a:xfrm>
              <a:off x="3943085" y="1556804"/>
              <a:ext cx="1440000" cy="72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晴</a:t>
              </a: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4E2654D9-8515-DDA6-D352-230EABED7FA0}"/>
                </a:ext>
              </a:extLst>
            </p:cNvPr>
            <p:cNvSpPr/>
            <p:nvPr/>
          </p:nvSpPr>
          <p:spPr>
            <a:xfrm>
              <a:off x="3943085" y="2636804"/>
              <a:ext cx="1440000" cy="72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阴</a:t>
              </a: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E7DD375-346B-3289-194A-2F6045B49DB6}"/>
                </a:ext>
              </a:extLst>
            </p:cNvPr>
            <p:cNvSpPr/>
            <p:nvPr/>
          </p:nvSpPr>
          <p:spPr>
            <a:xfrm>
              <a:off x="3943085" y="3716804"/>
              <a:ext cx="1440000" cy="72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雨 </a:t>
              </a:r>
              <a:r>
                <a:rPr lang="en-US" altLang="zh-CN" dirty="0">
                  <a:solidFill>
                    <a:schemeClr val="tx1"/>
                  </a:solidFill>
                </a:rPr>
                <a:t>(max)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90265F78-4307-6690-A66B-11BAE2865CFC}"/>
                </a:ext>
              </a:extLst>
            </p:cNvPr>
            <p:cNvSpPr/>
            <p:nvPr/>
          </p:nvSpPr>
          <p:spPr>
            <a:xfrm>
              <a:off x="6463085" y="1196804"/>
              <a:ext cx="2160000" cy="432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跑步</a:t>
              </a: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14A719CB-6408-2CC5-60EA-DCAB1E88515C}"/>
                </a:ext>
              </a:extLst>
            </p:cNvPr>
            <p:cNvSpPr/>
            <p:nvPr/>
          </p:nvSpPr>
          <p:spPr>
            <a:xfrm>
              <a:off x="6823085" y="1556804"/>
              <a:ext cx="1440000" cy="72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晴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A442BC0-765C-B4A8-5B85-26EF35F52B8A}"/>
                </a:ext>
              </a:extLst>
            </p:cNvPr>
            <p:cNvSpPr/>
            <p:nvPr/>
          </p:nvSpPr>
          <p:spPr>
            <a:xfrm>
              <a:off x="6823085" y="2636804"/>
              <a:ext cx="1440000" cy="72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阴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B76408E7-74F6-4618-A922-A301026A7810}"/>
                </a:ext>
              </a:extLst>
            </p:cNvPr>
            <p:cNvSpPr/>
            <p:nvPr/>
          </p:nvSpPr>
          <p:spPr>
            <a:xfrm>
              <a:off x="6823085" y="3716804"/>
              <a:ext cx="1440000" cy="72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雨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0999E33-F5F9-6AEC-435A-671AE180C217}"/>
                </a:ext>
              </a:extLst>
            </p:cNvPr>
            <p:cNvSpPr/>
            <p:nvPr/>
          </p:nvSpPr>
          <p:spPr>
            <a:xfrm>
              <a:off x="9343085" y="1196804"/>
              <a:ext cx="2160000" cy="432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逛街</a:t>
              </a:r>
              <a:endParaRPr lang="en-US" altLang="zh-CN" dirty="0">
                <a:solidFill>
                  <a:schemeClr val="tx1"/>
                </a:solidFill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ECD602F0-9072-221A-5C4D-94DE759EFEF8}"/>
                </a:ext>
              </a:extLst>
            </p:cNvPr>
            <p:cNvSpPr/>
            <p:nvPr/>
          </p:nvSpPr>
          <p:spPr>
            <a:xfrm>
              <a:off x="9703085" y="1556804"/>
              <a:ext cx="1440000" cy="72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晴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5899F92E-D270-F9CD-CF0B-AC6CEA16DFB1}"/>
                </a:ext>
              </a:extLst>
            </p:cNvPr>
            <p:cNvSpPr/>
            <p:nvPr/>
          </p:nvSpPr>
          <p:spPr>
            <a:xfrm>
              <a:off x="9703085" y="2636804"/>
              <a:ext cx="1440000" cy="72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阴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569B7FD6-AA50-8FC9-FCED-516B7B563944}"/>
                </a:ext>
              </a:extLst>
            </p:cNvPr>
            <p:cNvSpPr/>
            <p:nvPr/>
          </p:nvSpPr>
          <p:spPr>
            <a:xfrm>
              <a:off x="9703085" y="3716804"/>
              <a:ext cx="1440000" cy="72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雨</a:t>
              </a: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63034C66-223D-4471-683C-E0B5C8B0A21E}"/>
                </a:ext>
              </a:extLst>
            </p:cNvPr>
            <p:cNvSpPr/>
            <p:nvPr/>
          </p:nvSpPr>
          <p:spPr>
            <a:xfrm>
              <a:off x="1423085" y="2276804"/>
              <a:ext cx="1440000" cy="14400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初始   概率</a:t>
              </a:r>
            </a:p>
          </p:txBody>
        </p: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4F95CF95-E604-34A7-5449-93CDE9956821}"/>
                </a:ext>
              </a:extLst>
            </p:cNvPr>
            <p:cNvCxnSpPr>
              <a:stCxn id="20" idx="6"/>
              <a:endCxn id="4" idx="1"/>
            </p:cNvCxnSpPr>
            <p:nvPr/>
          </p:nvCxnSpPr>
          <p:spPr>
            <a:xfrm flipV="1">
              <a:off x="2863085" y="1916804"/>
              <a:ext cx="1080000" cy="108000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3B4A6FA5-D76C-CAFF-C7D7-CAA45DB769F7}"/>
                </a:ext>
              </a:extLst>
            </p:cNvPr>
            <p:cNvCxnSpPr>
              <a:cxnSpLocks/>
              <a:stCxn id="20" idx="6"/>
              <a:endCxn id="5" idx="1"/>
            </p:cNvCxnSpPr>
            <p:nvPr/>
          </p:nvCxnSpPr>
          <p:spPr>
            <a:xfrm>
              <a:off x="2863085" y="2996804"/>
              <a:ext cx="1080000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7ACE4C5D-6A13-FDC2-0D35-62AACB79C139}"/>
                </a:ext>
              </a:extLst>
            </p:cNvPr>
            <p:cNvCxnSpPr>
              <a:cxnSpLocks/>
              <a:stCxn id="20" idx="6"/>
              <a:endCxn id="6" idx="1"/>
            </p:cNvCxnSpPr>
            <p:nvPr/>
          </p:nvCxnSpPr>
          <p:spPr>
            <a:xfrm>
              <a:off x="2863085" y="2996804"/>
              <a:ext cx="1080000" cy="108000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0EA3773F-6D4E-D89A-A122-AD5D372EBA81}"/>
                </a:ext>
              </a:extLst>
            </p:cNvPr>
            <p:cNvCxnSpPr>
              <a:cxnSpLocks/>
              <a:stCxn id="4" idx="3"/>
              <a:endCxn id="12" idx="1"/>
            </p:cNvCxnSpPr>
            <p:nvPr/>
          </p:nvCxnSpPr>
          <p:spPr>
            <a:xfrm>
              <a:off x="5383085" y="1916804"/>
              <a:ext cx="14400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52B60233-1C08-3BD8-9165-AA0D285A5B55}"/>
                </a:ext>
              </a:extLst>
            </p:cNvPr>
            <p:cNvCxnSpPr>
              <a:cxnSpLocks/>
              <a:stCxn id="4" idx="3"/>
            </p:cNvCxnSpPr>
            <p:nvPr/>
          </p:nvCxnSpPr>
          <p:spPr>
            <a:xfrm>
              <a:off x="5383085" y="1916804"/>
              <a:ext cx="1425832" cy="1080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73F6895C-0894-F801-2554-D87AB08B529E}"/>
                </a:ext>
              </a:extLst>
            </p:cNvPr>
            <p:cNvCxnSpPr>
              <a:cxnSpLocks/>
              <a:stCxn id="4" idx="3"/>
              <a:endCxn id="14" idx="1"/>
            </p:cNvCxnSpPr>
            <p:nvPr/>
          </p:nvCxnSpPr>
          <p:spPr>
            <a:xfrm>
              <a:off x="5383085" y="1916804"/>
              <a:ext cx="1440000" cy="2160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D8D1A161-88A2-1485-49E7-1DA22E589098}"/>
                </a:ext>
              </a:extLst>
            </p:cNvPr>
            <p:cNvCxnSpPr>
              <a:cxnSpLocks/>
              <a:stCxn id="5" idx="3"/>
              <a:endCxn id="12" idx="1"/>
            </p:cNvCxnSpPr>
            <p:nvPr/>
          </p:nvCxnSpPr>
          <p:spPr>
            <a:xfrm flipV="1">
              <a:off x="5383085" y="1916804"/>
              <a:ext cx="1440000" cy="1080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DA5C8FF4-27A1-E56A-41C2-5DC3FD5559DB}"/>
                </a:ext>
              </a:extLst>
            </p:cNvPr>
            <p:cNvCxnSpPr>
              <a:cxnSpLocks/>
              <a:stCxn id="5" idx="3"/>
              <a:endCxn id="13" idx="1"/>
            </p:cNvCxnSpPr>
            <p:nvPr/>
          </p:nvCxnSpPr>
          <p:spPr>
            <a:xfrm>
              <a:off x="5383085" y="2996804"/>
              <a:ext cx="14400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2776B842-180A-AECB-2B9C-D32E2F1A6CBD}"/>
                </a:ext>
              </a:extLst>
            </p:cNvPr>
            <p:cNvCxnSpPr>
              <a:cxnSpLocks/>
              <a:stCxn id="5" idx="3"/>
              <a:endCxn id="14" idx="1"/>
            </p:cNvCxnSpPr>
            <p:nvPr/>
          </p:nvCxnSpPr>
          <p:spPr>
            <a:xfrm>
              <a:off x="5383085" y="2996804"/>
              <a:ext cx="1440000" cy="1080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F32F9146-6409-61F2-3A01-673440793C1C}"/>
                </a:ext>
              </a:extLst>
            </p:cNvPr>
            <p:cNvCxnSpPr>
              <a:cxnSpLocks/>
              <a:stCxn id="6" idx="3"/>
              <a:endCxn id="14" idx="1"/>
            </p:cNvCxnSpPr>
            <p:nvPr/>
          </p:nvCxnSpPr>
          <p:spPr>
            <a:xfrm>
              <a:off x="5383085" y="4076804"/>
              <a:ext cx="14400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直接箭头连接符 50">
              <a:extLst>
                <a:ext uri="{FF2B5EF4-FFF2-40B4-BE49-F238E27FC236}">
                  <a16:creationId xmlns:a16="http://schemas.microsoft.com/office/drawing/2014/main" id="{0FA3BF7A-A9AC-6298-F7E3-288BDDD86C37}"/>
                </a:ext>
              </a:extLst>
            </p:cNvPr>
            <p:cNvCxnSpPr>
              <a:cxnSpLocks/>
              <a:stCxn id="6" idx="3"/>
              <a:endCxn id="13" idx="1"/>
            </p:cNvCxnSpPr>
            <p:nvPr/>
          </p:nvCxnSpPr>
          <p:spPr>
            <a:xfrm flipV="1">
              <a:off x="5383085" y="2996804"/>
              <a:ext cx="1440000" cy="1080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0E3E5C33-1D11-3C49-B2CC-41D97CE3580E}"/>
                </a:ext>
              </a:extLst>
            </p:cNvPr>
            <p:cNvCxnSpPr>
              <a:cxnSpLocks/>
              <a:stCxn id="6" idx="3"/>
              <a:endCxn id="12" idx="1"/>
            </p:cNvCxnSpPr>
            <p:nvPr/>
          </p:nvCxnSpPr>
          <p:spPr>
            <a:xfrm flipV="1">
              <a:off x="5383085" y="1916804"/>
              <a:ext cx="1440000" cy="2160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直接箭头连接符 57">
              <a:extLst>
                <a:ext uri="{FF2B5EF4-FFF2-40B4-BE49-F238E27FC236}">
                  <a16:creationId xmlns:a16="http://schemas.microsoft.com/office/drawing/2014/main" id="{52B6E163-6784-AE4B-A9BB-46D972081709}"/>
                </a:ext>
              </a:extLst>
            </p:cNvPr>
            <p:cNvCxnSpPr>
              <a:cxnSpLocks/>
            </p:cNvCxnSpPr>
            <p:nvPr/>
          </p:nvCxnSpPr>
          <p:spPr>
            <a:xfrm>
              <a:off x="8263085" y="1916804"/>
              <a:ext cx="144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41D76F0C-13B6-64FE-3F81-447F57D18DB9}"/>
                </a:ext>
              </a:extLst>
            </p:cNvPr>
            <p:cNvCxnSpPr>
              <a:cxnSpLocks/>
            </p:cNvCxnSpPr>
            <p:nvPr/>
          </p:nvCxnSpPr>
          <p:spPr>
            <a:xfrm>
              <a:off x="8263085" y="1916804"/>
              <a:ext cx="1425832" cy="108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直接箭头连接符 59">
              <a:extLst>
                <a:ext uri="{FF2B5EF4-FFF2-40B4-BE49-F238E27FC236}">
                  <a16:creationId xmlns:a16="http://schemas.microsoft.com/office/drawing/2014/main" id="{7E0C28C3-7661-3AAD-03B5-49CE8E1E67F9}"/>
                </a:ext>
              </a:extLst>
            </p:cNvPr>
            <p:cNvCxnSpPr>
              <a:cxnSpLocks/>
            </p:cNvCxnSpPr>
            <p:nvPr/>
          </p:nvCxnSpPr>
          <p:spPr>
            <a:xfrm>
              <a:off x="8263085" y="1916804"/>
              <a:ext cx="1440000" cy="21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直接箭头连接符 60">
              <a:extLst>
                <a:ext uri="{FF2B5EF4-FFF2-40B4-BE49-F238E27FC236}">
                  <a16:creationId xmlns:a16="http://schemas.microsoft.com/office/drawing/2014/main" id="{DB78BCFF-1E24-4122-232C-9D49AC5189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63085" y="1916804"/>
              <a:ext cx="1440000" cy="108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直接箭头连接符 61">
              <a:extLst>
                <a:ext uri="{FF2B5EF4-FFF2-40B4-BE49-F238E27FC236}">
                  <a16:creationId xmlns:a16="http://schemas.microsoft.com/office/drawing/2014/main" id="{60B525C3-5FAB-20A1-5965-79764F5595D1}"/>
                </a:ext>
              </a:extLst>
            </p:cNvPr>
            <p:cNvCxnSpPr>
              <a:cxnSpLocks/>
            </p:cNvCxnSpPr>
            <p:nvPr/>
          </p:nvCxnSpPr>
          <p:spPr>
            <a:xfrm>
              <a:off x="8263085" y="2996804"/>
              <a:ext cx="144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F223E305-4B6A-667B-2FE4-9382193FED65}"/>
                </a:ext>
              </a:extLst>
            </p:cNvPr>
            <p:cNvCxnSpPr>
              <a:cxnSpLocks/>
            </p:cNvCxnSpPr>
            <p:nvPr/>
          </p:nvCxnSpPr>
          <p:spPr>
            <a:xfrm>
              <a:off x="8263085" y="2996804"/>
              <a:ext cx="1440000" cy="108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直接箭头连接符 63">
              <a:extLst>
                <a:ext uri="{FF2B5EF4-FFF2-40B4-BE49-F238E27FC236}">
                  <a16:creationId xmlns:a16="http://schemas.microsoft.com/office/drawing/2014/main" id="{E4B40F86-A806-15AD-8EBD-83DB4AC26C73}"/>
                </a:ext>
              </a:extLst>
            </p:cNvPr>
            <p:cNvCxnSpPr>
              <a:cxnSpLocks/>
            </p:cNvCxnSpPr>
            <p:nvPr/>
          </p:nvCxnSpPr>
          <p:spPr>
            <a:xfrm>
              <a:off x="8263085" y="4076804"/>
              <a:ext cx="144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直接箭头连接符 64">
              <a:extLst>
                <a:ext uri="{FF2B5EF4-FFF2-40B4-BE49-F238E27FC236}">
                  <a16:creationId xmlns:a16="http://schemas.microsoft.com/office/drawing/2014/main" id="{2C9D70E3-52C0-A5E1-4882-442ECF1044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63085" y="2996804"/>
              <a:ext cx="1440000" cy="108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直接箭头连接符 65">
              <a:extLst>
                <a:ext uri="{FF2B5EF4-FFF2-40B4-BE49-F238E27FC236}">
                  <a16:creationId xmlns:a16="http://schemas.microsoft.com/office/drawing/2014/main" id="{B2A6B039-9F9E-1C5C-99F3-6BD607AE7B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63085" y="1916804"/>
              <a:ext cx="1440000" cy="21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72" name="图片 71">
            <a:extLst>
              <a:ext uri="{FF2B5EF4-FFF2-40B4-BE49-F238E27FC236}">
                <a16:creationId xmlns:a16="http://schemas.microsoft.com/office/drawing/2014/main" id="{5DDFC042-57E9-D287-C60E-56D7159BA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26" y="1258636"/>
            <a:ext cx="10101948" cy="4340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324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组合 66">
            <a:extLst>
              <a:ext uri="{FF2B5EF4-FFF2-40B4-BE49-F238E27FC236}">
                <a16:creationId xmlns:a16="http://schemas.microsoft.com/office/drawing/2014/main" id="{E6C9ADDF-2AAF-BD3D-BBA0-D61EE5F4686F}"/>
              </a:ext>
            </a:extLst>
          </p:cNvPr>
          <p:cNvGrpSpPr/>
          <p:nvPr/>
        </p:nvGrpSpPr>
        <p:grpSpPr>
          <a:xfrm>
            <a:off x="1423085" y="1196804"/>
            <a:ext cx="10080000" cy="4320000"/>
            <a:chOff x="1423085" y="1196804"/>
            <a:chExt cx="10080000" cy="4320000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6C4F48B-D307-0771-1424-AFDF08FE682C}"/>
                </a:ext>
              </a:extLst>
            </p:cNvPr>
            <p:cNvSpPr/>
            <p:nvPr/>
          </p:nvSpPr>
          <p:spPr>
            <a:xfrm>
              <a:off x="3583085" y="1196804"/>
              <a:ext cx="2160000" cy="432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睡觉</a:t>
              </a:r>
              <a:endParaRPr lang="en-US" altLang="zh-CN" dirty="0">
                <a:solidFill>
                  <a:schemeClr val="tx1"/>
                </a:solidFill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63A6F20D-BA93-02D4-4B77-30625DD12226}"/>
                </a:ext>
              </a:extLst>
            </p:cNvPr>
            <p:cNvSpPr/>
            <p:nvPr/>
          </p:nvSpPr>
          <p:spPr>
            <a:xfrm>
              <a:off x="3943085" y="1556804"/>
              <a:ext cx="1440000" cy="72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晴</a:t>
              </a: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37B969AF-BBFF-1305-0B73-0E474B900805}"/>
                </a:ext>
              </a:extLst>
            </p:cNvPr>
            <p:cNvSpPr/>
            <p:nvPr/>
          </p:nvSpPr>
          <p:spPr>
            <a:xfrm>
              <a:off x="3943085" y="2636804"/>
              <a:ext cx="1440000" cy="72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阴</a:t>
              </a: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7D5D4C40-AE09-09BA-EE77-06A47C637213}"/>
                </a:ext>
              </a:extLst>
            </p:cNvPr>
            <p:cNvSpPr/>
            <p:nvPr/>
          </p:nvSpPr>
          <p:spPr>
            <a:xfrm>
              <a:off x="3943085" y="3716804"/>
              <a:ext cx="1440000" cy="72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雨 </a:t>
              </a:r>
              <a:r>
                <a:rPr lang="en-US" altLang="zh-CN" dirty="0">
                  <a:solidFill>
                    <a:schemeClr val="tx1"/>
                  </a:solidFill>
                </a:rPr>
                <a:t>(max)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D892844E-A26A-9131-0468-FC3F0CAAE901}"/>
                </a:ext>
              </a:extLst>
            </p:cNvPr>
            <p:cNvSpPr/>
            <p:nvPr/>
          </p:nvSpPr>
          <p:spPr>
            <a:xfrm>
              <a:off x="6463085" y="1196804"/>
              <a:ext cx="2160000" cy="432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跑步</a:t>
              </a: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6CC8CE8-E111-C5D2-2BC5-8C7A97AA4E65}"/>
                </a:ext>
              </a:extLst>
            </p:cNvPr>
            <p:cNvSpPr/>
            <p:nvPr/>
          </p:nvSpPr>
          <p:spPr>
            <a:xfrm>
              <a:off x="6823085" y="1556804"/>
              <a:ext cx="1440000" cy="72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晴 </a:t>
              </a:r>
              <a:r>
                <a:rPr lang="en-US" altLang="zh-CN" dirty="0">
                  <a:solidFill>
                    <a:schemeClr val="tx1"/>
                  </a:solidFill>
                </a:rPr>
                <a:t>(max)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0F9F9FD9-9BDD-D16D-9421-BA2E08EE1AEA}"/>
                </a:ext>
              </a:extLst>
            </p:cNvPr>
            <p:cNvSpPr/>
            <p:nvPr/>
          </p:nvSpPr>
          <p:spPr>
            <a:xfrm>
              <a:off x="6823085" y="2636804"/>
              <a:ext cx="1440000" cy="72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阴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0ED91A57-6A80-564A-6A6E-11D22501B56E}"/>
                </a:ext>
              </a:extLst>
            </p:cNvPr>
            <p:cNvSpPr/>
            <p:nvPr/>
          </p:nvSpPr>
          <p:spPr>
            <a:xfrm>
              <a:off x="6823085" y="3716804"/>
              <a:ext cx="1440000" cy="72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雨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5F17DE3E-05EE-5AA3-0D16-0BC89028731D}"/>
                </a:ext>
              </a:extLst>
            </p:cNvPr>
            <p:cNvSpPr/>
            <p:nvPr/>
          </p:nvSpPr>
          <p:spPr>
            <a:xfrm>
              <a:off x="9343085" y="1196804"/>
              <a:ext cx="2160000" cy="432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逛街</a:t>
              </a:r>
              <a:endParaRPr lang="en-US" altLang="zh-CN" dirty="0">
                <a:solidFill>
                  <a:schemeClr val="tx1"/>
                </a:solidFill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9D08536F-9D9E-FD17-0A06-D60360405021}"/>
                </a:ext>
              </a:extLst>
            </p:cNvPr>
            <p:cNvSpPr/>
            <p:nvPr/>
          </p:nvSpPr>
          <p:spPr>
            <a:xfrm>
              <a:off x="9703085" y="1556804"/>
              <a:ext cx="1440000" cy="72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晴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03EA97C4-F924-9799-E7B2-67E4E46B73EE}"/>
                </a:ext>
              </a:extLst>
            </p:cNvPr>
            <p:cNvSpPr/>
            <p:nvPr/>
          </p:nvSpPr>
          <p:spPr>
            <a:xfrm>
              <a:off x="9703085" y="2636804"/>
              <a:ext cx="1440000" cy="72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阴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046DAF2D-298B-DD43-FF29-5770A3E44129}"/>
                </a:ext>
              </a:extLst>
            </p:cNvPr>
            <p:cNvSpPr/>
            <p:nvPr/>
          </p:nvSpPr>
          <p:spPr>
            <a:xfrm>
              <a:off x="9703085" y="3716804"/>
              <a:ext cx="1440000" cy="72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雨</a:t>
              </a: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965B1C0C-F045-A4A0-DE8E-36FE7DE11226}"/>
                </a:ext>
              </a:extLst>
            </p:cNvPr>
            <p:cNvSpPr/>
            <p:nvPr/>
          </p:nvSpPr>
          <p:spPr>
            <a:xfrm>
              <a:off x="1423085" y="2276804"/>
              <a:ext cx="1440000" cy="14400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初始   概率</a:t>
              </a:r>
            </a:p>
          </p:txBody>
        </p: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2443D8A6-820D-8AA9-2649-603DBE4D7DB4}"/>
                </a:ext>
              </a:extLst>
            </p:cNvPr>
            <p:cNvCxnSpPr>
              <a:stCxn id="20" idx="6"/>
              <a:endCxn id="4" idx="1"/>
            </p:cNvCxnSpPr>
            <p:nvPr/>
          </p:nvCxnSpPr>
          <p:spPr>
            <a:xfrm flipV="1">
              <a:off x="2863085" y="1916804"/>
              <a:ext cx="1080000" cy="108000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80FA0E44-64EC-084E-33F4-05888675FDEF}"/>
                </a:ext>
              </a:extLst>
            </p:cNvPr>
            <p:cNvCxnSpPr>
              <a:cxnSpLocks/>
              <a:stCxn id="20" idx="6"/>
              <a:endCxn id="5" idx="1"/>
            </p:cNvCxnSpPr>
            <p:nvPr/>
          </p:nvCxnSpPr>
          <p:spPr>
            <a:xfrm>
              <a:off x="2863085" y="2996804"/>
              <a:ext cx="1080000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0459CE1C-FFF1-C2B5-F620-401FD22297A6}"/>
                </a:ext>
              </a:extLst>
            </p:cNvPr>
            <p:cNvCxnSpPr>
              <a:cxnSpLocks/>
              <a:stCxn id="20" idx="6"/>
              <a:endCxn id="6" idx="1"/>
            </p:cNvCxnSpPr>
            <p:nvPr/>
          </p:nvCxnSpPr>
          <p:spPr>
            <a:xfrm>
              <a:off x="2863085" y="2996804"/>
              <a:ext cx="1080000" cy="108000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8C5214AB-54D9-3DE3-AC7B-9C60D6C351FC}"/>
                </a:ext>
              </a:extLst>
            </p:cNvPr>
            <p:cNvCxnSpPr>
              <a:cxnSpLocks/>
              <a:stCxn id="4" idx="3"/>
              <a:endCxn id="12" idx="1"/>
            </p:cNvCxnSpPr>
            <p:nvPr/>
          </p:nvCxnSpPr>
          <p:spPr>
            <a:xfrm>
              <a:off x="5383085" y="1916804"/>
              <a:ext cx="144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15C6B1B8-D413-8EE7-FA62-936DCC902FEC}"/>
                </a:ext>
              </a:extLst>
            </p:cNvPr>
            <p:cNvCxnSpPr>
              <a:cxnSpLocks/>
              <a:stCxn id="4" idx="3"/>
            </p:cNvCxnSpPr>
            <p:nvPr/>
          </p:nvCxnSpPr>
          <p:spPr>
            <a:xfrm>
              <a:off x="5383085" y="1916804"/>
              <a:ext cx="1425832" cy="108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00AD4C21-D57A-B94E-D557-036BBBDD62B5}"/>
                </a:ext>
              </a:extLst>
            </p:cNvPr>
            <p:cNvCxnSpPr>
              <a:cxnSpLocks/>
              <a:stCxn id="4" idx="3"/>
              <a:endCxn id="14" idx="1"/>
            </p:cNvCxnSpPr>
            <p:nvPr/>
          </p:nvCxnSpPr>
          <p:spPr>
            <a:xfrm>
              <a:off x="5383085" y="1916804"/>
              <a:ext cx="1440000" cy="21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1D9CACF7-9316-A92D-1696-F1E4A34C2629}"/>
                </a:ext>
              </a:extLst>
            </p:cNvPr>
            <p:cNvCxnSpPr>
              <a:cxnSpLocks/>
              <a:stCxn id="5" idx="3"/>
              <a:endCxn id="12" idx="1"/>
            </p:cNvCxnSpPr>
            <p:nvPr/>
          </p:nvCxnSpPr>
          <p:spPr>
            <a:xfrm flipV="1">
              <a:off x="5383085" y="1916804"/>
              <a:ext cx="1440000" cy="108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B4FE9957-2D98-BA8B-889C-8D52C21CEA46}"/>
                </a:ext>
              </a:extLst>
            </p:cNvPr>
            <p:cNvCxnSpPr>
              <a:cxnSpLocks/>
              <a:stCxn id="5" idx="3"/>
              <a:endCxn id="13" idx="1"/>
            </p:cNvCxnSpPr>
            <p:nvPr/>
          </p:nvCxnSpPr>
          <p:spPr>
            <a:xfrm>
              <a:off x="5383085" y="2996804"/>
              <a:ext cx="144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BC0285EC-C708-9A0D-CDA7-E68C9169EB3A}"/>
                </a:ext>
              </a:extLst>
            </p:cNvPr>
            <p:cNvCxnSpPr>
              <a:cxnSpLocks/>
              <a:stCxn id="5" idx="3"/>
              <a:endCxn id="14" idx="1"/>
            </p:cNvCxnSpPr>
            <p:nvPr/>
          </p:nvCxnSpPr>
          <p:spPr>
            <a:xfrm>
              <a:off x="5383085" y="2996804"/>
              <a:ext cx="1440000" cy="108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5BE5D60D-5692-B6C9-4365-F86ECDC7507F}"/>
                </a:ext>
              </a:extLst>
            </p:cNvPr>
            <p:cNvCxnSpPr>
              <a:cxnSpLocks/>
              <a:stCxn id="6" idx="3"/>
              <a:endCxn id="14" idx="1"/>
            </p:cNvCxnSpPr>
            <p:nvPr/>
          </p:nvCxnSpPr>
          <p:spPr>
            <a:xfrm>
              <a:off x="5383085" y="4076804"/>
              <a:ext cx="1440000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直接箭头连接符 50">
              <a:extLst>
                <a:ext uri="{FF2B5EF4-FFF2-40B4-BE49-F238E27FC236}">
                  <a16:creationId xmlns:a16="http://schemas.microsoft.com/office/drawing/2014/main" id="{6249B3DE-9B58-F332-D040-8E895688854D}"/>
                </a:ext>
              </a:extLst>
            </p:cNvPr>
            <p:cNvCxnSpPr>
              <a:cxnSpLocks/>
              <a:stCxn id="6" idx="3"/>
              <a:endCxn id="13" idx="1"/>
            </p:cNvCxnSpPr>
            <p:nvPr/>
          </p:nvCxnSpPr>
          <p:spPr>
            <a:xfrm flipV="1">
              <a:off x="5383085" y="2996804"/>
              <a:ext cx="1440000" cy="108000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ED61CF49-9737-5748-468E-E9161D3245F3}"/>
                </a:ext>
              </a:extLst>
            </p:cNvPr>
            <p:cNvCxnSpPr>
              <a:cxnSpLocks/>
              <a:stCxn id="6" idx="3"/>
              <a:endCxn id="12" idx="1"/>
            </p:cNvCxnSpPr>
            <p:nvPr/>
          </p:nvCxnSpPr>
          <p:spPr>
            <a:xfrm flipV="1">
              <a:off x="5383085" y="1916804"/>
              <a:ext cx="1440000" cy="216000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直接箭头连接符 57">
              <a:extLst>
                <a:ext uri="{FF2B5EF4-FFF2-40B4-BE49-F238E27FC236}">
                  <a16:creationId xmlns:a16="http://schemas.microsoft.com/office/drawing/2014/main" id="{4C0EC98B-49ED-0930-B40C-8C0D4BD989C1}"/>
                </a:ext>
              </a:extLst>
            </p:cNvPr>
            <p:cNvCxnSpPr>
              <a:cxnSpLocks/>
            </p:cNvCxnSpPr>
            <p:nvPr/>
          </p:nvCxnSpPr>
          <p:spPr>
            <a:xfrm>
              <a:off x="8263085" y="1916804"/>
              <a:ext cx="144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5FDA1D59-1331-72F3-B60B-EFE918157495}"/>
                </a:ext>
              </a:extLst>
            </p:cNvPr>
            <p:cNvCxnSpPr>
              <a:cxnSpLocks/>
            </p:cNvCxnSpPr>
            <p:nvPr/>
          </p:nvCxnSpPr>
          <p:spPr>
            <a:xfrm>
              <a:off x="8263085" y="1916804"/>
              <a:ext cx="1425832" cy="108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直接箭头连接符 59">
              <a:extLst>
                <a:ext uri="{FF2B5EF4-FFF2-40B4-BE49-F238E27FC236}">
                  <a16:creationId xmlns:a16="http://schemas.microsoft.com/office/drawing/2014/main" id="{2CEEFA31-493A-2637-C983-1EB95A5710A7}"/>
                </a:ext>
              </a:extLst>
            </p:cNvPr>
            <p:cNvCxnSpPr>
              <a:cxnSpLocks/>
            </p:cNvCxnSpPr>
            <p:nvPr/>
          </p:nvCxnSpPr>
          <p:spPr>
            <a:xfrm>
              <a:off x="8263085" y="1916804"/>
              <a:ext cx="1440000" cy="21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直接箭头连接符 60">
              <a:extLst>
                <a:ext uri="{FF2B5EF4-FFF2-40B4-BE49-F238E27FC236}">
                  <a16:creationId xmlns:a16="http://schemas.microsoft.com/office/drawing/2014/main" id="{9864B95A-4021-9BAB-520C-0CF72C36D5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63085" y="1916804"/>
              <a:ext cx="1440000" cy="108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直接箭头连接符 61">
              <a:extLst>
                <a:ext uri="{FF2B5EF4-FFF2-40B4-BE49-F238E27FC236}">
                  <a16:creationId xmlns:a16="http://schemas.microsoft.com/office/drawing/2014/main" id="{D3D6FFCC-46B1-E5E5-E709-C612A3A0E87E}"/>
                </a:ext>
              </a:extLst>
            </p:cNvPr>
            <p:cNvCxnSpPr>
              <a:cxnSpLocks/>
            </p:cNvCxnSpPr>
            <p:nvPr/>
          </p:nvCxnSpPr>
          <p:spPr>
            <a:xfrm>
              <a:off x="8263085" y="2996804"/>
              <a:ext cx="144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508DA14F-BA72-7BD5-4168-9C04A998C4BF}"/>
                </a:ext>
              </a:extLst>
            </p:cNvPr>
            <p:cNvCxnSpPr>
              <a:cxnSpLocks/>
            </p:cNvCxnSpPr>
            <p:nvPr/>
          </p:nvCxnSpPr>
          <p:spPr>
            <a:xfrm>
              <a:off x="8263085" y="2996804"/>
              <a:ext cx="1440000" cy="108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直接箭头连接符 63">
              <a:extLst>
                <a:ext uri="{FF2B5EF4-FFF2-40B4-BE49-F238E27FC236}">
                  <a16:creationId xmlns:a16="http://schemas.microsoft.com/office/drawing/2014/main" id="{1460071F-1C1D-5EA3-F743-FBC830209604}"/>
                </a:ext>
              </a:extLst>
            </p:cNvPr>
            <p:cNvCxnSpPr>
              <a:cxnSpLocks/>
            </p:cNvCxnSpPr>
            <p:nvPr/>
          </p:nvCxnSpPr>
          <p:spPr>
            <a:xfrm>
              <a:off x="8263085" y="4076804"/>
              <a:ext cx="144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直接箭头连接符 64">
              <a:extLst>
                <a:ext uri="{FF2B5EF4-FFF2-40B4-BE49-F238E27FC236}">
                  <a16:creationId xmlns:a16="http://schemas.microsoft.com/office/drawing/2014/main" id="{5FFDB9BB-D352-256D-34A6-84887BDEC2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63085" y="2996804"/>
              <a:ext cx="1440000" cy="108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直接箭头连接符 65">
              <a:extLst>
                <a:ext uri="{FF2B5EF4-FFF2-40B4-BE49-F238E27FC236}">
                  <a16:creationId xmlns:a16="http://schemas.microsoft.com/office/drawing/2014/main" id="{A299CADE-A614-34B9-D10F-2A4A99268E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63085" y="1916804"/>
              <a:ext cx="1440000" cy="21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103" name="图片 102">
            <a:extLst>
              <a:ext uri="{FF2B5EF4-FFF2-40B4-BE49-F238E27FC236}">
                <a16:creationId xmlns:a16="http://schemas.microsoft.com/office/drawing/2014/main" id="{8C9E99DB-C216-4DBC-7355-EE1E1564F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26" y="1258636"/>
            <a:ext cx="10101948" cy="4340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702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666B6-5433-561F-4DC1-8DC058246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F2AB84BB-4D1B-1986-AF6F-190A1B070037}"/>
              </a:ext>
            </a:extLst>
          </p:cNvPr>
          <p:cNvGrpSpPr/>
          <p:nvPr/>
        </p:nvGrpSpPr>
        <p:grpSpPr>
          <a:xfrm>
            <a:off x="1423085" y="1196804"/>
            <a:ext cx="10080000" cy="4320000"/>
            <a:chOff x="1423085" y="1196804"/>
            <a:chExt cx="10080000" cy="4320000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3618A4E-F941-6A9B-58C1-9623D529117C}"/>
                </a:ext>
              </a:extLst>
            </p:cNvPr>
            <p:cNvSpPr/>
            <p:nvPr/>
          </p:nvSpPr>
          <p:spPr>
            <a:xfrm>
              <a:off x="3583085" y="1196804"/>
              <a:ext cx="2160000" cy="432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睡觉</a:t>
              </a:r>
              <a:endParaRPr lang="en-US" altLang="zh-CN" dirty="0">
                <a:solidFill>
                  <a:schemeClr val="tx1"/>
                </a:solidFill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8C77B85E-4D1B-4BFC-08C6-2CD43E1968D0}"/>
                </a:ext>
              </a:extLst>
            </p:cNvPr>
            <p:cNvSpPr/>
            <p:nvPr/>
          </p:nvSpPr>
          <p:spPr>
            <a:xfrm>
              <a:off x="3943085" y="1556804"/>
              <a:ext cx="1440000" cy="72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晴</a:t>
              </a: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EB96315D-CD56-DE2E-FDD7-640C88ACB209}"/>
                </a:ext>
              </a:extLst>
            </p:cNvPr>
            <p:cNvSpPr/>
            <p:nvPr/>
          </p:nvSpPr>
          <p:spPr>
            <a:xfrm>
              <a:off x="3943085" y="2636804"/>
              <a:ext cx="1440000" cy="72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阴</a:t>
              </a: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D986098-CAAA-E21D-DA11-EFE35EF47BF9}"/>
                </a:ext>
              </a:extLst>
            </p:cNvPr>
            <p:cNvSpPr/>
            <p:nvPr/>
          </p:nvSpPr>
          <p:spPr>
            <a:xfrm>
              <a:off x="3943085" y="3716804"/>
              <a:ext cx="1440000" cy="72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雨 </a:t>
              </a:r>
              <a:r>
                <a:rPr lang="en-US" altLang="zh-CN" dirty="0">
                  <a:solidFill>
                    <a:schemeClr val="tx1"/>
                  </a:solidFill>
                </a:rPr>
                <a:t>(max)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1BD32AD2-FC01-B778-B1AB-08C389956240}"/>
                </a:ext>
              </a:extLst>
            </p:cNvPr>
            <p:cNvSpPr/>
            <p:nvPr/>
          </p:nvSpPr>
          <p:spPr>
            <a:xfrm>
              <a:off x="6463085" y="1196804"/>
              <a:ext cx="2160000" cy="432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跑步</a:t>
              </a: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1886B607-AB2F-BDAD-A25F-82587262414E}"/>
                </a:ext>
              </a:extLst>
            </p:cNvPr>
            <p:cNvSpPr/>
            <p:nvPr/>
          </p:nvSpPr>
          <p:spPr>
            <a:xfrm>
              <a:off x="6823085" y="1556804"/>
              <a:ext cx="1440000" cy="72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晴 </a:t>
              </a:r>
              <a:r>
                <a:rPr lang="en-US" altLang="zh-CN" dirty="0">
                  <a:solidFill>
                    <a:schemeClr val="tx1"/>
                  </a:solidFill>
                </a:rPr>
                <a:t>(max)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5FCA938-DA1F-772D-57BA-3BA9F84C0022}"/>
                </a:ext>
              </a:extLst>
            </p:cNvPr>
            <p:cNvSpPr/>
            <p:nvPr/>
          </p:nvSpPr>
          <p:spPr>
            <a:xfrm>
              <a:off x="6823085" y="2636804"/>
              <a:ext cx="1440000" cy="72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阴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A48C0835-5A50-E41A-7E09-7CAD986C45AC}"/>
                </a:ext>
              </a:extLst>
            </p:cNvPr>
            <p:cNvSpPr/>
            <p:nvPr/>
          </p:nvSpPr>
          <p:spPr>
            <a:xfrm>
              <a:off x="6823085" y="3716804"/>
              <a:ext cx="1440000" cy="72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雨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62112AB-92F6-5699-BEAC-6D80472899FD}"/>
                </a:ext>
              </a:extLst>
            </p:cNvPr>
            <p:cNvSpPr/>
            <p:nvPr/>
          </p:nvSpPr>
          <p:spPr>
            <a:xfrm>
              <a:off x="9343085" y="1196804"/>
              <a:ext cx="2160000" cy="432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逛街</a:t>
              </a:r>
              <a:endParaRPr lang="en-US" altLang="zh-CN" dirty="0">
                <a:solidFill>
                  <a:schemeClr val="tx1"/>
                </a:solidFill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9EB54A19-69B2-F375-FBE0-33AF763C6D34}"/>
                </a:ext>
              </a:extLst>
            </p:cNvPr>
            <p:cNvSpPr/>
            <p:nvPr/>
          </p:nvSpPr>
          <p:spPr>
            <a:xfrm>
              <a:off x="9703085" y="1556804"/>
              <a:ext cx="1440000" cy="72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晴 </a:t>
              </a:r>
              <a:r>
                <a:rPr lang="en-US" altLang="zh-CN" dirty="0">
                  <a:solidFill>
                    <a:schemeClr val="tx1"/>
                  </a:solidFill>
                </a:rPr>
                <a:t>(max)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D51BEBE4-AEC9-3D87-7E4C-9AF57BB349D2}"/>
                </a:ext>
              </a:extLst>
            </p:cNvPr>
            <p:cNvSpPr/>
            <p:nvPr/>
          </p:nvSpPr>
          <p:spPr>
            <a:xfrm>
              <a:off x="9703085" y="2636804"/>
              <a:ext cx="1440000" cy="72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阴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01739809-BAB2-5B65-2DB2-47BA4BC1A746}"/>
                </a:ext>
              </a:extLst>
            </p:cNvPr>
            <p:cNvSpPr/>
            <p:nvPr/>
          </p:nvSpPr>
          <p:spPr>
            <a:xfrm>
              <a:off x="9703085" y="3716804"/>
              <a:ext cx="1440000" cy="72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雨</a:t>
              </a: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4AFF6F75-4B47-F7D9-5FA4-41A68F5BA21B}"/>
                </a:ext>
              </a:extLst>
            </p:cNvPr>
            <p:cNvSpPr/>
            <p:nvPr/>
          </p:nvSpPr>
          <p:spPr>
            <a:xfrm>
              <a:off x="1423085" y="2276804"/>
              <a:ext cx="1440000" cy="14400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初始   概率</a:t>
              </a:r>
            </a:p>
          </p:txBody>
        </p: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8B5535CB-BC74-3C27-28D8-9A54BB853D12}"/>
                </a:ext>
              </a:extLst>
            </p:cNvPr>
            <p:cNvCxnSpPr>
              <a:stCxn id="20" idx="6"/>
              <a:endCxn id="4" idx="1"/>
            </p:cNvCxnSpPr>
            <p:nvPr/>
          </p:nvCxnSpPr>
          <p:spPr>
            <a:xfrm flipV="1">
              <a:off x="2863085" y="1916804"/>
              <a:ext cx="1080000" cy="108000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11A145BA-C1A6-0748-2E11-E4AA2209585F}"/>
                </a:ext>
              </a:extLst>
            </p:cNvPr>
            <p:cNvCxnSpPr>
              <a:cxnSpLocks/>
              <a:stCxn id="20" idx="6"/>
              <a:endCxn id="5" idx="1"/>
            </p:cNvCxnSpPr>
            <p:nvPr/>
          </p:nvCxnSpPr>
          <p:spPr>
            <a:xfrm>
              <a:off x="2863085" y="2996804"/>
              <a:ext cx="1080000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75748A28-7D58-13F6-877F-A256A6D6AD20}"/>
                </a:ext>
              </a:extLst>
            </p:cNvPr>
            <p:cNvCxnSpPr>
              <a:cxnSpLocks/>
              <a:stCxn id="20" idx="6"/>
              <a:endCxn id="6" idx="1"/>
            </p:cNvCxnSpPr>
            <p:nvPr/>
          </p:nvCxnSpPr>
          <p:spPr>
            <a:xfrm>
              <a:off x="2863085" y="2996804"/>
              <a:ext cx="1080000" cy="108000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086E932A-2883-7251-9352-D7E832D3D4AD}"/>
                </a:ext>
              </a:extLst>
            </p:cNvPr>
            <p:cNvCxnSpPr>
              <a:cxnSpLocks/>
              <a:stCxn id="4" idx="3"/>
              <a:endCxn id="12" idx="1"/>
            </p:cNvCxnSpPr>
            <p:nvPr/>
          </p:nvCxnSpPr>
          <p:spPr>
            <a:xfrm>
              <a:off x="5383085" y="1916804"/>
              <a:ext cx="144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46FDE7A7-7FB6-5C9B-396E-883277D5DC4E}"/>
                </a:ext>
              </a:extLst>
            </p:cNvPr>
            <p:cNvCxnSpPr>
              <a:cxnSpLocks/>
              <a:stCxn id="4" idx="3"/>
            </p:cNvCxnSpPr>
            <p:nvPr/>
          </p:nvCxnSpPr>
          <p:spPr>
            <a:xfrm>
              <a:off x="5383085" y="1916804"/>
              <a:ext cx="1425832" cy="108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11DB577C-2781-FD65-7F5C-2983F1D38CF5}"/>
                </a:ext>
              </a:extLst>
            </p:cNvPr>
            <p:cNvCxnSpPr>
              <a:cxnSpLocks/>
              <a:stCxn id="4" idx="3"/>
              <a:endCxn id="14" idx="1"/>
            </p:cNvCxnSpPr>
            <p:nvPr/>
          </p:nvCxnSpPr>
          <p:spPr>
            <a:xfrm>
              <a:off x="5383085" y="1916804"/>
              <a:ext cx="1440000" cy="21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CC86DD25-17FB-9F71-43C4-EAF5BD04C279}"/>
                </a:ext>
              </a:extLst>
            </p:cNvPr>
            <p:cNvCxnSpPr>
              <a:cxnSpLocks/>
              <a:stCxn id="5" idx="3"/>
              <a:endCxn id="12" idx="1"/>
            </p:cNvCxnSpPr>
            <p:nvPr/>
          </p:nvCxnSpPr>
          <p:spPr>
            <a:xfrm flipV="1">
              <a:off x="5383085" y="1916804"/>
              <a:ext cx="1440000" cy="108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C0E0B9F3-BC9B-4377-B58F-C3C99CC9E137}"/>
                </a:ext>
              </a:extLst>
            </p:cNvPr>
            <p:cNvCxnSpPr>
              <a:cxnSpLocks/>
              <a:stCxn id="5" idx="3"/>
              <a:endCxn id="13" idx="1"/>
            </p:cNvCxnSpPr>
            <p:nvPr/>
          </p:nvCxnSpPr>
          <p:spPr>
            <a:xfrm>
              <a:off x="5383085" y="2996804"/>
              <a:ext cx="144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9B6E79EC-5D60-37AA-A33A-DBC43E53031F}"/>
                </a:ext>
              </a:extLst>
            </p:cNvPr>
            <p:cNvCxnSpPr>
              <a:cxnSpLocks/>
              <a:stCxn id="5" idx="3"/>
              <a:endCxn id="14" idx="1"/>
            </p:cNvCxnSpPr>
            <p:nvPr/>
          </p:nvCxnSpPr>
          <p:spPr>
            <a:xfrm>
              <a:off x="5383085" y="2996804"/>
              <a:ext cx="1440000" cy="108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F5EC17AA-B69B-49BA-7B22-955B79347400}"/>
                </a:ext>
              </a:extLst>
            </p:cNvPr>
            <p:cNvCxnSpPr>
              <a:cxnSpLocks/>
              <a:stCxn id="6" idx="3"/>
              <a:endCxn id="14" idx="1"/>
            </p:cNvCxnSpPr>
            <p:nvPr/>
          </p:nvCxnSpPr>
          <p:spPr>
            <a:xfrm>
              <a:off x="5383085" y="4076804"/>
              <a:ext cx="1440000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直接箭头连接符 50">
              <a:extLst>
                <a:ext uri="{FF2B5EF4-FFF2-40B4-BE49-F238E27FC236}">
                  <a16:creationId xmlns:a16="http://schemas.microsoft.com/office/drawing/2014/main" id="{FCBF3A76-E2AC-ACBE-7BD9-1316B72E0604}"/>
                </a:ext>
              </a:extLst>
            </p:cNvPr>
            <p:cNvCxnSpPr>
              <a:cxnSpLocks/>
              <a:stCxn id="6" idx="3"/>
              <a:endCxn id="13" idx="1"/>
            </p:cNvCxnSpPr>
            <p:nvPr/>
          </p:nvCxnSpPr>
          <p:spPr>
            <a:xfrm flipV="1">
              <a:off x="5383085" y="2996804"/>
              <a:ext cx="1440000" cy="108000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2C46D325-804A-1404-7925-86A378E7796F}"/>
                </a:ext>
              </a:extLst>
            </p:cNvPr>
            <p:cNvCxnSpPr>
              <a:cxnSpLocks/>
              <a:stCxn id="6" idx="3"/>
              <a:endCxn id="12" idx="1"/>
            </p:cNvCxnSpPr>
            <p:nvPr/>
          </p:nvCxnSpPr>
          <p:spPr>
            <a:xfrm flipV="1">
              <a:off x="5383085" y="1916804"/>
              <a:ext cx="1440000" cy="216000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直接箭头连接符 57">
              <a:extLst>
                <a:ext uri="{FF2B5EF4-FFF2-40B4-BE49-F238E27FC236}">
                  <a16:creationId xmlns:a16="http://schemas.microsoft.com/office/drawing/2014/main" id="{0CBD0F80-4A53-1BA0-24B8-A58B51257FDF}"/>
                </a:ext>
              </a:extLst>
            </p:cNvPr>
            <p:cNvCxnSpPr>
              <a:cxnSpLocks/>
            </p:cNvCxnSpPr>
            <p:nvPr/>
          </p:nvCxnSpPr>
          <p:spPr>
            <a:xfrm>
              <a:off x="8263085" y="1916804"/>
              <a:ext cx="1440000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333DC970-996E-4A7B-19DD-68BE7F17E093}"/>
                </a:ext>
              </a:extLst>
            </p:cNvPr>
            <p:cNvCxnSpPr>
              <a:cxnSpLocks/>
            </p:cNvCxnSpPr>
            <p:nvPr/>
          </p:nvCxnSpPr>
          <p:spPr>
            <a:xfrm>
              <a:off x="8263085" y="1916804"/>
              <a:ext cx="1425832" cy="108000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直接箭头连接符 59">
              <a:extLst>
                <a:ext uri="{FF2B5EF4-FFF2-40B4-BE49-F238E27FC236}">
                  <a16:creationId xmlns:a16="http://schemas.microsoft.com/office/drawing/2014/main" id="{760F65B3-F30B-D97D-9747-4647EE81D7A9}"/>
                </a:ext>
              </a:extLst>
            </p:cNvPr>
            <p:cNvCxnSpPr>
              <a:cxnSpLocks/>
            </p:cNvCxnSpPr>
            <p:nvPr/>
          </p:nvCxnSpPr>
          <p:spPr>
            <a:xfrm>
              <a:off x="8263085" y="1916804"/>
              <a:ext cx="1440000" cy="216000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直接箭头连接符 60">
              <a:extLst>
                <a:ext uri="{FF2B5EF4-FFF2-40B4-BE49-F238E27FC236}">
                  <a16:creationId xmlns:a16="http://schemas.microsoft.com/office/drawing/2014/main" id="{09E76A2E-CBAA-8707-46CA-0E3581BB09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63085" y="1916804"/>
              <a:ext cx="1440000" cy="108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直接箭头连接符 61">
              <a:extLst>
                <a:ext uri="{FF2B5EF4-FFF2-40B4-BE49-F238E27FC236}">
                  <a16:creationId xmlns:a16="http://schemas.microsoft.com/office/drawing/2014/main" id="{2D700629-69C6-708C-9E12-8BE3511126EC}"/>
                </a:ext>
              </a:extLst>
            </p:cNvPr>
            <p:cNvCxnSpPr>
              <a:cxnSpLocks/>
            </p:cNvCxnSpPr>
            <p:nvPr/>
          </p:nvCxnSpPr>
          <p:spPr>
            <a:xfrm>
              <a:off x="8263085" y="2996804"/>
              <a:ext cx="144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63A2F3EA-D6B4-7282-08FB-73C887109208}"/>
                </a:ext>
              </a:extLst>
            </p:cNvPr>
            <p:cNvCxnSpPr>
              <a:cxnSpLocks/>
            </p:cNvCxnSpPr>
            <p:nvPr/>
          </p:nvCxnSpPr>
          <p:spPr>
            <a:xfrm>
              <a:off x="8263085" y="2996804"/>
              <a:ext cx="1440000" cy="108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直接箭头连接符 63">
              <a:extLst>
                <a:ext uri="{FF2B5EF4-FFF2-40B4-BE49-F238E27FC236}">
                  <a16:creationId xmlns:a16="http://schemas.microsoft.com/office/drawing/2014/main" id="{834E264B-C0D1-E2E5-7CE7-8018CF9212A8}"/>
                </a:ext>
              </a:extLst>
            </p:cNvPr>
            <p:cNvCxnSpPr>
              <a:cxnSpLocks/>
            </p:cNvCxnSpPr>
            <p:nvPr/>
          </p:nvCxnSpPr>
          <p:spPr>
            <a:xfrm>
              <a:off x="8263085" y="4076804"/>
              <a:ext cx="144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直接箭头连接符 64">
              <a:extLst>
                <a:ext uri="{FF2B5EF4-FFF2-40B4-BE49-F238E27FC236}">
                  <a16:creationId xmlns:a16="http://schemas.microsoft.com/office/drawing/2014/main" id="{83215190-1CFC-3270-CCFD-4F20B867B7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63085" y="2996804"/>
              <a:ext cx="1440000" cy="108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直接箭头连接符 65">
              <a:extLst>
                <a:ext uri="{FF2B5EF4-FFF2-40B4-BE49-F238E27FC236}">
                  <a16:creationId xmlns:a16="http://schemas.microsoft.com/office/drawing/2014/main" id="{3C3D80A0-88E3-8CE9-D10D-583CA24C96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63085" y="1916804"/>
              <a:ext cx="1440000" cy="21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72" name="图片 71">
            <a:extLst>
              <a:ext uri="{FF2B5EF4-FFF2-40B4-BE49-F238E27FC236}">
                <a16:creationId xmlns:a16="http://schemas.microsoft.com/office/drawing/2014/main" id="{38DB26FD-406A-7EC0-4BA9-4C579E2DA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26" y="1258636"/>
            <a:ext cx="10101948" cy="4340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934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60</Words>
  <Application>Microsoft Office PowerPoint</Application>
  <PresentationFormat>宽屏</PresentationFormat>
  <Paragraphs>147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Haizhao T.</dc:creator>
  <cp:lastModifiedBy>Haizhao T.</cp:lastModifiedBy>
  <cp:revision>1</cp:revision>
  <dcterms:created xsi:type="dcterms:W3CDTF">2026-02-02T07:33:15Z</dcterms:created>
  <dcterms:modified xsi:type="dcterms:W3CDTF">2026-02-02T07:45:26Z</dcterms:modified>
</cp:coreProperties>
</file>